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1473741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8" d="100"/>
          <a:sy n="98" d="100"/>
        </p:scale>
        <p:origin x="11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9A295D-B1F6-4CF9-9ED9-1DDD8DD8FDE7}" type="datetimeFigureOut">
              <a:rPr lang="en-US" smtClean="0"/>
              <a:t>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DE98D2-00CC-4857-9494-72E560E84EE7}" type="slidenum">
              <a:rPr lang="en-US" smtClean="0"/>
              <a:t>‹#›</a:t>
            </a:fld>
            <a:endParaRPr lang="en-US"/>
          </a:p>
        </p:txBody>
      </p:sp>
    </p:spTree>
    <p:extLst>
      <p:ext uri="{BB962C8B-B14F-4D97-AF65-F5344CB8AC3E}">
        <p14:creationId xmlns:p14="http://schemas.microsoft.com/office/powerpoint/2010/main" val="1901147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pPr algn="l" defTabSz="1150945">
              <a:defRPr/>
            </a:pPr>
            <a:fld id="{7D8C2C35-2B8A-446E-BEC0-FD36716C29AC}" type="slidenum">
              <a:rPr lang="de-DE" sz="2200">
                <a:solidFill>
                  <a:srgbClr val="000000"/>
                </a:solidFill>
                <a:latin typeface="Arial"/>
              </a:rPr>
              <a:pPr algn="l" defTabSz="1150945">
                <a:defRPr/>
              </a:pPr>
              <a:t>1</a:t>
            </a:fld>
            <a:endParaRPr lang="de-DE" sz="2200">
              <a:solidFill>
                <a:srgbClr val="000000"/>
              </a:solidFill>
              <a:latin typeface="Arial"/>
            </a:endParaRPr>
          </a:p>
        </p:txBody>
      </p:sp>
    </p:spTree>
    <p:extLst>
      <p:ext uri="{BB962C8B-B14F-4D97-AF65-F5344CB8AC3E}">
        <p14:creationId xmlns:p14="http://schemas.microsoft.com/office/powerpoint/2010/main" val="13745899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2000" cy="3430006"/>
          </a:xfrm>
          <a:solidFill>
            <a:schemeClr val="tx2">
              <a:alpha val="70000"/>
            </a:schemeClr>
          </a:solidFill>
        </p:spPr>
        <p:txBody>
          <a:bodyPr tIns="504000"/>
          <a:lstStyle>
            <a:lvl1pPr algn="ctr">
              <a:defRPr sz="1600">
                <a:solidFill>
                  <a:schemeClr val="tx1"/>
                </a:solidFill>
              </a:defRPr>
            </a:lvl1pPr>
          </a:lstStyle>
          <a:p>
            <a:r>
              <a:rPr lang="en-US"/>
              <a:t>Click to insert title image</a:t>
            </a:r>
          </a:p>
        </p:txBody>
      </p:sp>
      <p:grpSp>
        <p:nvGrpSpPr>
          <p:cNvPr id="2" name="Group 1"/>
          <p:cNvGrpSpPr/>
          <p:nvPr userDrawn="1"/>
        </p:nvGrpSpPr>
        <p:grpSpPr>
          <a:xfrm>
            <a:off x="9168785" y="0"/>
            <a:ext cx="3023215"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3943" eaLnBrk="1" fontAlgn="base" latinLnBrk="0" hangingPunct="1">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3943" eaLnBrk="1" fontAlgn="base" latinLnBrk="0" hangingPunct="1">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3943" eaLnBrk="1" fontAlgn="base" latinLnBrk="0" hangingPunct="1">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7926" y="5769667"/>
            <a:ext cx="4203760"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a:t>EXTERNAL</a:t>
            </a:r>
          </a:p>
        </p:txBody>
      </p:sp>
      <p:sp>
        <p:nvSpPr>
          <p:cNvPr id="19" name="Speaker"/>
          <p:cNvSpPr>
            <a:spLocks noGrp="1"/>
          </p:cNvSpPr>
          <p:nvPr userDrawn="1">
            <p:ph type="subTitle" idx="1" hasCustomPrompt="1"/>
          </p:nvPr>
        </p:nvSpPr>
        <p:spPr bwMode="gray">
          <a:xfrm>
            <a:off x="287925" y="5130490"/>
            <a:ext cx="10897962" cy="430887"/>
          </a:xfrm>
        </p:spPr>
        <p:txBody>
          <a:bodyPr wrap="square" anchor="t" anchorCtr="0">
            <a:noAutofit/>
          </a:bodyPr>
          <a:lstStyle>
            <a:lvl1pPr marL="0" marR="0" indent="0" algn="l" defTabSz="1088231"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116" indent="0" algn="ctr">
              <a:buNone/>
              <a:defRPr>
                <a:solidFill>
                  <a:schemeClr val="tx1">
                    <a:tint val="75000"/>
                  </a:schemeClr>
                </a:solidFill>
              </a:defRPr>
            </a:lvl2pPr>
            <a:lvl3pPr marL="1088231" indent="0" algn="ctr">
              <a:buNone/>
              <a:defRPr>
                <a:solidFill>
                  <a:schemeClr val="tx1">
                    <a:tint val="75000"/>
                  </a:schemeClr>
                </a:solidFill>
              </a:defRPr>
            </a:lvl3pPr>
            <a:lvl4pPr marL="1632347" indent="0" algn="ctr">
              <a:buNone/>
              <a:defRPr>
                <a:solidFill>
                  <a:schemeClr val="tx1">
                    <a:tint val="75000"/>
                  </a:schemeClr>
                </a:solidFill>
              </a:defRPr>
            </a:lvl4pPr>
            <a:lvl5pPr marL="2176463" indent="0" algn="ctr">
              <a:buNone/>
              <a:defRPr>
                <a:solidFill>
                  <a:schemeClr val="tx1">
                    <a:tint val="75000"/>
                  </a:schemeClr>
                </a:solidFill>
              </a:defRPr>
            </a:lvl5pPr>
            <a:lvl6pPr marL="2720580" indent="0" algn="ctr">
              <a:buNone/>
              <a:defRPr>
                <a:solidFill>
                  <a:schemeClr val="tx1">
                    <a:tint val="75000"/>
                  </a:schemeClr>
                </a:solidFill>
              </a:defRPr>
            </a:lvl6pPr>
            <a:lvl7pPr marL="3264695" indent="0" algn="ctr">
              <a:buNone/>
              <a:defRPr>
                <a:solidFill>
                  <a:schemeClr val="tx1">
                    <a:tint val="75000"/>
                  </a:schemeClr>
                </a:solidFill>
              </a:defRPr>
            </a:lvl7pPr>
            <a:lvl8pPr marL="3808811" indent="0" algn="ctr">
              <a:buNone/>
              <a:defRPr>
                <a:solidFill>
                  <a:schemeClr val="tx1">
                    <a:tint val="75000"/>
                  </a:schemeClr>
                </a:solidFill>
              </a:defRPr>
            </a:lvl8pPr>
            <a:lvl9pPr marL="4352927" indent="0" algn="ctr">
              <a:buNone/>
              <a:defRPr>
                <a:solidFill>
                  <a:schemeClr val="tx1">
                    <a:tint val="75000"/>
                  </a:schemeClr>
                </a:solidFill>
              </a:defRPr>
            </a:lvl9pPr>
          </a:lstStyle>
          <a:p>
            <a:r>
              <a:rPr lang="en-US"/>
              <a:t>Speaker’s Name, SAP</a:t>
            </a:r>
          </a:p>
          <a:p>
            <a:pPr marL="0" marR="0" lvl="0" indent="0" algn="l" defTabSz="1088231" rtl="0" eaLnBrk="1" fontAlgn="auto" latinLnBrk="0" hangingPunct="1">
              <a:lnSpc>
                <a:spcPct val="100000"/>
              </a:lnSpc>
              <a:spcBef>
                <a:spcPts val="0"/>
              </a:spcBef>
              <a:spcAft>
                <a:spcPts val="0"/>
              </a:spcAft>
              <a:buClr>
                <a:schemeClr val="accent1"/>
              </a:buClr>
              <a:buSzPct val="80000"/>
              <a:buFontTx/>
              <a:buNone/>
              <a:tabLst/>
              <a:defRPr/>
            </a:pPr>
            <a:r>
              <a:rPr lang="en-US"/>
              <a:t>Month 00, 2017</a:t>
            </a:r>
          </a:p>
        </p:txBody>
      </p:sp>
      <p:sp>
        <p:nvSpPr>
          <p:cNvPr id="20" name="Presentation Title"/>
          <p:cNvSpPr>
            <a:spLocks noGrp="1"/>
          </p:cNvSpPr>
          <p:nvPr userDrawn="1">
            <p:ph type="body" sz="quarter" idx="14" hasCustomPrompt="1"/>
          </p:nvPr>
        </p:nvSpPr>
        <p:spPr>
          <a:xfrm>
            <a:off x="287925" y="4024430"/>
            <a:ext cx="10896336" cy="997196"/>
          </a:xfrm>
        </p:spPr>
        <p:txBody>
          <a:bodyPr wrap="square">
            <a:spAutoFit/>
          </a:bodyPr>
          <a:lstStyle>
            <a:lvl1pPr>
              <a:lnSpc>
                <a:spcPct val="90000"/>
              </a:lnSpc>
              <a:spcBef>
                <a:spcPts val="0"/>
              </a:spcBef>
              <a:defRPr sz="3599" b="1" baseline="0"/>
            </a:lvl1pPr>
          </a:lstStyle>
          <a:p>
            <a:pPr lvl="0"/>
            <a:r>
              <a:rPr lang="en-US"/>
              <a:t>Presentation Title </a:t>
            </a:r>
            <a:br>
              <a:rPr lang="en-US"/>
            </a:br>
            <a:r>
              <a:rPr lang="en-US"/>
              <a:t>Goes Here and Here.</a:t>
            </a:r>
          </a:p>
        </p:txBody>
      </p:sp>
      <p:pic>
        <p:nvPicPr>
          <p:cNvPr id="11" name="Picture 10"/>
          <p:cNvPicPr>
            <a:picLocks noChangeAspect="1"/>
          </p:cNvPicPr>
          <p:nvPr userDrawn="1"/>
        </p:nvPicPr>
        <p:blipFill>
          <a:blip r:embed="rId2"/>
          <a:stretch>
            <a:fillRect/>
          </a:stretch>
        </p:blipFill>
        <p:spPr>
          <a:xfrm>
            <a:off x="287925" y="6217668"/>
            <a:ext cx="1931497" cy="360000"/>
          </a:xfrm>
          <a:prstGeom prst="rect">
            <a:avLst/>
          </a:prstGeom>
        </p:spPr>
      </p:pic>
    </p:spTree>
    <p:extLst>
      <p:ext uri="{BB962C8B-B14F-4D97-AF65-F5344CB8AC3E}">
        <p14:creationId xmlns:p14="http://schemas.microsoft.com/office/powerpoint/2010/main" val="2427239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hite">
    <p:spTree>
      <p:nvGrpSpPr>
        <p:cNvPr id="1" name=""/>
        <p:cNvGrpSpPr/>
        <p:nvPr/>
      </p:nvGrpSpPr>
      <p:grpSpPr>
        <a:xfrm>
          <a:off x="0" y="0"/>
          <a:ext cx="0" cy="0"/>
          <a:chOff x="0" y="0"/>
          <a:chExt cx="0" cy="0"/>
        </a:xfrm>
      </p:grpSpPr>
      <p:sp>
        <p:nvSpPr>
          <p:cNvPr id="24" name="Classification"/>
          <p:cNvSpPr txBox="1"/>
          <p:nvPr userDrawn="1"/>
        </p:nvSpPr>
        <p:spPr>
          <a:xfrm>
            <a:off x="287926" y="5093865"/>
            <a:ext cx="4203760"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a:t>EXTERNAL</a:t>
            </a:r>
          </a:p>
        </p:txBody>
      </p:sp>
      <p:sp>
        <p:nvSpPr>
          <p:cNvPr id="6" name="Speaker"/>
          <p:cNvSpPr>
            <a:spLocks noGrp="1"/>
          </p:cNvSpPr>
          <p:nvPr userDrawn="1">
            <p:ph type="subTitle" idx="1" hasCustomPrompt="1"/>
          </p:nvPr>
        </p:nvSpPr>
        <p:spPr bwMode="gray">
          <a:xfrm>
            <a:off x="287926" y="4268504"/>
            <a:ext cx="8592933" cy="430887"/>
          </a:xfrm>
        </p:spPr>
        <p:txBody>
          <a:bodyPr wrap="square" anchor="t" anchorCtr="0">
            <a:noAutofit/>
          </a:bodyPr>
          <a:lstStyle>
            <a:lvl1pPr marL="0" marR="0" indent="0" algn="l" defTabSz="1088231"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116" indent="0" algn="ctr">
              <a:buNone/>
              <a:defRPr>
                <a:solidFill>
                  <a:schemeClr val="tx1">
                    <a:tint val="75000"/>
                  </a:schemeClr>
                </a:solidFill>
              </a:defRPr>
            </a:lvl2pPr>
            <a:lvl3pPr marL="1088231" indent="0" algn="ctr">
              <a:buNone/>
              <a:defRPr>
                <a:solidFill>
                  <a:schemeClr val="tx1">
                    <a:tint val="75000"/>
                  </a:schemeClr>
                </a:solidFill>
              </a:defRPr>
            </a:lvl3pPr>
            <a:lvl4pPr marL="1632347" indent="0" algn="ctr">
              <a:buNone/>
              <a:defRPr>
                <a:solidFill>
                  <a:schemeClr val="tx1">
                    <a:tint val="75000"/>
                  </a:schemeClr>
                </a:solidFill>
              </a:defRPr>
            </a:lvl4pPr>
            <a:lvl5pPr marL="2176463" indent="0" algn="ctr">
              <a:buNone/>
              <a:defRPr>
                <a:solidFill>
                  <a:schemeClr val="tx1">
                    <a:tint val="75000"/>
                  </a:schemeClr>
                </a:solidFill>
              </a:defRPr>
            </a:lvl5pPr>
            <a:lvl6pPr marL="2720580" indent="0" algn="ctr">
              <a:buNone/>
              <a:defRPr>
                <a:solidFill>
                  <a:schemeClr val="tx1">
                    <a:tint val="75000"/>
                  </a:schemeClr>
                </a:solidFill>
              </a:defRPr>
            </a:lvl6pPr>
            <a:lvl7pPr marL="3264695" indent="0" algn="ctr">
              <a:buNone/>
              <a:defRPr>
                <a:solidFill>
                  <a:schemeClr val="tx1">
                    <a:tint val="75000"/>
                  </a:schemeClr>
                </a:solidFill>
              </a:defRPr>
            </a:lvl7pPr>
            <a:lvl8pPr marL="3808811" indent="0" algn="ctr">
              <a:buNone/>
              <a:defRPr>
                <a:solidFill>
                  <a:schemeClr val="tx1">
                    <a:tint val="75000"/>
                  </a:schemeClr>
                </a:solidFill>
              </a:defRPr>
            </a:lvl8pPr>
            <a:lvl9pPr marL="4352927" indent="0" algn="ctr">
              <a:buNone/>
              <a:defRPr>
                <a:solidFill>
                  <a:schemeClr val="tx1">
                    <a:tint val="75000"/>
                  </a:schemeClr>
                </a:solidFill>
              </a:defRPr>
            </a:lvl9pPr>
          </a:lstStyle>
          <a:p>
            <a:r>
              <a:rPr lang="en-US"/>
              <a:t>Speaker’s Name, SAP</a:t>
            </a:r>
          </a:p>
          <a:p>
            <a:pPr marL="0" marR="0" lvl="0" indent="0" algn="l" defTabSz="1088231" rtl="0" eaLnBrk="1" fontAlgn="auto" latinLnBrk="0" hangingPunct="1">
              <a:lnSpc>
                <a:spcPct val="100000"/>
              </a:lnSpc>
              <a:spcBef>
                <a:spcPts val="0"/>
              </a:spcBef>
              <a:spcAft>
                <a:spcPts val="0"/>
              </a:spcAft>
              <a:buClr>
                <a:schemeClr val="accent1"/>
              </a:buClr>
              <a:buSzPct val="80000"/>
              <a:buFontTx/>
              <a:buNone/>
              <a:tabLst/>
              <a:defRPr/>
            </a:pPr>
            <a:r>
              <a:rPr lang="en-US"/>
              <a:t>Month 00, 2017</a:t>
            </a:r>
          </a:p>
        </p:txBody>
      </p:sp>
      <p:sp>
        <p:nvSpPr>
          <p:cNvPr id="10" name="Presentation Title"/>
          <p:cNvSpPr>
            <a:spLocks noGrp="1"/>
          </p:cNvSpPr>
          <p:nvPr>
            <p:ph type="body" sz="quarter" idx="14" hasCustomPrompt="1"/>
          </p:nvPr>
        </p:nvSpPr>
        <p:spPr>
          <a:xfrm>
            <a:off x="287926" y="2706317"/>
            <a:ext cx="8592933" cy="997196"/>
          </a:xfrm>
        </p:spPr>
        <p:txBody>
          <a:bodyPr wrap="square">
            <a:noAutofit/>
          </a:bodyPr>
          <a:lstStyle>
            <a:lvl1pPr>
              <a:lnSpc>
                <a:spcPct val="90000"/>
              </a:lnSpc>
              <a:spcBef>
                <a:spcPts val="0"/>
              </a:spcBef>
              <a:defRPr sz="3599" b="1" baseline="0"/>
            </a:lvl1pPr>
          </a:lstStyle>
          <a:p>
            <a:pPr lvl="0"/>
            <a:r>
              <a:rPr lang="en-US"/>
              <a:t>Title Goes Here </a:t>
            </a:r>
            <a:br>
              <a:rPr lang="en-US"/>
            </a:br>
            <a:r>
              <a:rPr lang="en-US"/>
              <a:t>and Here and Here.</a:t>
            </a:r>
          </a:p>
        </p:txBody>
      </p:sp>
      <p:grpSp>
        <p:nvGrpSpPr>
          <p:cNvPr id="2" name="Group 1"/>
          <p:cNvGrpSpPr/>
          <p:nvPr userDrawn="1"/>
        </p:nvGrpSpPr>
        <p:grpSpPr>
          <a:xfrm>
            <a:off x="9168785" y="0"/>
            <a:ext cx="3023215"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3943" eaLnBrk="1" fontAlgn="base" latinLnBrk="0" hangingPunct="1">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3943" eaLnBrk="1" fontAlgn="base" latinLnBrk="0" hangingPunct="1">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3943" eaLnBrk="1" fontAlgn="base" latinLnBrk="0" hangingPunct="1">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gr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7925" y="6217668"/>
            <a:ext cx="1578051" cy="360000"/>
          </a:xfrm>
          <a:prstGeom prst="rect">
            <a:avLst/>
          </a:prstGeom>
        </p:spPr>
      </p:pic>
    </p:spTree>
    <p:extLst>
      <p:ext uri="{BB962C8B-B14F-4D97-AF65-F5344CB8AC3E}">
        <p14:creationId xmlns:p14="http://schemas.microsoft.com/office/powerpoint/2010/main" val="370448157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7926" y="5093865"/>
            <a:ext cx="4203760"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a:t>EXTERNAL</a:t>
            </a:r>
          </a:p>
        </p:txBody>
      </p:sp>
      <p:sp>
        <p:nvSpPr>
          <p:cNvPr id="6" name="Speaker"/>
          <p:cNvSpPr>
            <a:spLocks noGrp="1"/>
          </p:cNvSpPr>
          <p:nvPr userDrawn="1">
            <p:ph type="subTitle" idx="1" hasCustomPrompt="1"/>
          </p:nvPr>
        </p:nvSpPr>
        <p:spPr bwMode="gray">
          <a:xfrm>
            <a:off x="287926" y="4268504"/>
            <a:ext cx="6371771" cy="430887"/>
          </a:xfrm>
        </p:spPr>
        <p:txBody>
          <a:bodyPr wrap="square" anchor="t" anchorCtr="0">
            <a:noAutofit/>
          </a:bodyPr>
          <a:lstStyle>
            <a:lvl1pPr marL="0" marR="0" indent="0" algn="l" defTabSz="1088231"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116" indent="0" algn="ctr">
              <a:buNone/>
              <a:defRPr>
                <a:solidFill>
                  <a:schemeClr val="tx1">
                    <a:tint val="75000"/>
                  </a:schemeClr>
                </a:solidFill>
              </a:defRPr>
            </a:lvl2pPr>
            <a:lvl3pPr marL="1088231" indent="0" algn="ctr">
              <a:buNone/>
              <a:defRPr>
                <a:solidFill>
                  <a:schemeClr val="tx1">
                    <a:tint val="75000"/>
                  </a:schemeClr>
                </a:solidFill>
              </a:defRPr>
            </a:lvl3pPr>
            <a:lvl4pPr marL="1632347" indent="0" algn="ctr">
              <a:buNone/>
              <a:defRPr>
                <a:solidFill>
                  <a:schemeClr val="tx1">
                    <a:tint val="75000"/>
                  </a:schemeClr>
                </a:solidFill>
              </a:defRPr>
            </a:lvl4pPr>
            <a:lvl5pPr marL="2176463" indent="0" algn="ctr">
              <a:buNone/>
              <a:defRPr>
                <a:solidFill>
                  <a:schemeClr val="tx1">
                    <a:tint val="75000"/>
                  </a:schemeClr>
                </a:solidFill>
              </a:defRPr>
            </a:lvl5pPr>
            <a:lvl6pPr marL="2720580" indent="0" algn="ctr">
              <a:buNone/>
              <a:defRPr>
                <a:solidFill>
                  <a:schemeClr val="tx1">
                    <a:tint val="75000"/>
                  </a:schemeClr>
                </a:solidFill>
              </a:defRPr>
            </a:lvl6pPr>
            <a:lvl7pPr marL="3264695" indent="0" algn="ctr">
              <a:buNone/>
              <a:defRPr>
                <a:solidFill>
                  <a:schemeClr val="tx1">
                    <a:tint val="75000"/>
                  </a:schemeClr>
                </a:solidFill>
              </a:defRPr>
            </a:lvl7pPr>
            <a:lvl8pPr marL="3808811" indent="0" algn="ctr">
              <a:buNone/>
              <a:defRPr>
                <a:solidFill>
                  <a:schemeClr val="tx1">
                    <a:tint val="75000"/>
                  </a:schemeClr>
                </a:solidFill>
              </a:defRPr>
            </a:lvl8pPr>
            <a:lvl9pPr marL="4352927" indent="0" algn="ctr">
              <a:buNone/>
              <a:defRPr>
                <a:solidFill>
                  <a:schemeClr val="tx1">
                    <a:tint val="75000"/>
                  </a:schemeClr>
                </a:solidFill>
              </a:defRPr>
            </a:lvl9pPr>
          </a:lstStyle>
          <a:p>
            <a:r>
              <a:rPr lang="en-US"/>
              <a:t>Speaker’s Name, SAP</a:t>
            </a:r>
          </a:p>
          <a:p>
            <a:pPr marL="0" marR="0" lvl="0" indent="0" algn="l" defTabSz="1088231" rtl="0" eaLnBrk="1" fontAlgn="auto" latinLnBrk="0" hangingPunct="1">
              <a:lnSpc>
                <a:spcPct val="100000"/>
              </a:lnSpc>
              <a:spcBef>
                <a:spcPts val="0"/>
              </a:spcBef>
              <a:spcAft>
                <a:spcPts val="0"/>
              </a:spcAft>
              <a:buClr>
                <a:schemeClr val="accent1"/>
              </a:buClr>
              <a:buSzPct val="80000"/>
              <a:buFontTx/>
              <a:buNone/>
              <a:tabLst/>
              <a:defRPr/>
            </a:pPr>
            <a:r>
              <a:rPr lang="en-US"/>
              <a:t>Month 00, 2017</a:t>
            </a:r>
          </a:p>
        </p:txBody>
      </p:sp>
      <p:sp>
        <p:nvSpPr>
          <p:cNvPr id="10" name="Presentation Title"/>
          <p:cNvSpPr>
            <a:spLocks noGrp="1"/>
          </p:cNvSpPr>
          <p:nvPr>
            <p:ph type="body" sz="quarter" idx="14" hasCustomPrompt="1"/>
          </p:nvPr>
        </p:nvSpPr>
        <p:spPr>
          <a:xfrm>
            <a:off x="287926" y="2706317"/>
            <a:ext cx="6371771" cy="997196"/>
          </a:xfrm>
        </p:spPr>
        <p:txBody>
          <a:bodyPr wrap="square">
            <a:noAutofit/>
          </a:bodyPr>
          <a:lstStyle>
            <a:lvl1pPr>
              <a:lnSpc>
                <a:spcPct val="90000"/>
              </a:lnSpc>
              <a:spcBef>
                <a:spcPts val="0"/>
              </a:spcBef>
              <a:defRPr sz="3599" b="1" baseline="0"/>
            </a:lvl1pPr>
          </a:lstStyle>
          <a:p>
            <a:pPr lvl="0"/>
            <a:r>
              <a:rPr lang="en-US"/>
              <a:t>Title Goes Here </a:t>
            </a:r>
            <a:br>
              <a:rPr lang="en-US"/>
            </a:br>
            <a:r>
              <a:rPr lang="en-US"/>
              <a:t>and Here and Here.</a:t>
            </a:r>
          </a:p>
        </p:txBody>
      </p:sp>
      <p:sp>
        <p:nvSpPr>
          <p:cNvPr id="7" name="Picture Placeholder 6"/>
          <p:cNvSpPr>
            <a:spLocks noGrp="1"/>
          </p:cNvSpPr>
          <p:nvPr>
            <p:ph type="pic" sz="quarter" idx="16"/>
          </p:nvPr>
        </p:nvSpPr>
        <p:spPr>
          <a:xfrm>
            <a:off x="6953044" y="963000"/>
            <a:ext cx="4930716" cy="4932000"/>
          </a:xfrm>
        </p:spPr>
        <p:txBody>
          <a:bodyPr/>
          <a:lstStyle/>
          <a:p>
            <a:r>
              <a:rPr lang="en-US"/>
              <a:t>Drag picture to placeholder or click icon to add</a:t>
            </a:r>
            <a:endParaRPr lang="de-DE"/>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7925" y="6217668"/>
            <a:ext cx="1578051" cy="360000"/>
          </a:xfrm>
          <a:prstGeom prst="rect">
            <a:avLst/>
          </a:prstGeom>
        </p:spPr>
      </p:pic>
    </p:spTree>
    <p:extLst>
      <p:ext uri="{BB962C8B-B14F-4D97-AF65-F5344CB8AC3E}">
        <p14:creationId xmlns:p14="http://schemas.microsoft.com/office/powerpoint/2010/main" val="40981340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3869" y="1620000"/>
            <a:ext cx="11182288" cy="4230000"/>
          </a:xfrm>
        </p:spPr>
        <p:txBody>
          <a:bodyPr>
            <a:noAutofit/>
          </a:bodyPr>
          <a:lstStyle>
            <a:lvl1pPr marL="0" marR="0" indent="0" algn="l" defTabSz="1088231" rtl="0" eaLnBrk="1" fontAlgn="auto" latinLnBrk="0" hangingPunct="1">
              <a:lnSpc>
                <a:spcPct val="100000"/>
              </a:lnSpc>
              <a:spcBef>
                <a:spcPts val="2999"/>
              </a:spcBef>
              <a:spcAft>
                <a:spcPts val="0"/>
              </a:spcAft>
              <a:buClr>
                <a:schemeClr val="accent1"/>
              </a:buClr>
              <a:buSzPct val="80000"/>
              <a:buFontTx/>
              <a:buNone/>
              <a:tabLst/>
              <a:defRPr sz="1999" b="0"/>
            </a:lvl1pPr>
            <a:lvl2pPr marL="179910" marR="0" indent="-179910" algn="l" defTabSz="1088231"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799"/>
            </a:lvl2pPr>
            <a:lvl3pPr marL="359820" marR="0" indent="-179298" algn="l" defTabSz="1088231" rtl="0" eaLnBrk="1" fontAlgn="auto" latinLnBrk="0" hangingPunct="1">
              <a:lnSpc>
                <a:spcPct val="100000"/>
              </a:lnSpc>
              <a:spcBef>
                <a:spcPts val="400"/>
              </a:spcBef>
              <a:spcAft>
                <a:spcPts val="0"/>
              </a:spcAft>
              <a:buClr>
                <a:schemeClr val="tx1"/>
              </a:buClr>
              <a:buSzPct val="100000"/>
              <a:buFont typeface="Arial" pitchFamily="34" charset="0"/>
              <a:buChar char="–"/>
              <a:tabLst/>
              <a:defRPr sz="1799" baseline="0"/>
            </a:lvl3pPr>
            <a:lvl4pPr marL="539730" marR="0" indent="-179910" algn="l" defTabSz="1088231"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a:t>Agenda Item/Divider Headline</a:t>
            </a:r>
          </a:p>
          <a:p>
            <a:pPr lvl="1"/>
            <a:r>
              <a:rPr lang="en-US"/>
              <a:t>Details</a:t>
            </a:r>
          </a:p>
        </p:txBody>
      </p:sp>
      <p:sp>
        <p:nvSpPr>
          <p:cNvPr id="3" name="Agenda title"/>
          <p:cNvSpPr>
            <a:spLocks noGrp="1"/>
          </p:cNvSpPr>
          <p:nvPr>
            <p:ph type="title" hasCustomPrompt="1"/>
          </p:nvPr>
        </p:nvSpPr>
        <p:spPr/>
        <p:txBody>
          <a:bodyPr/>
          <a:lstStyle>
            <a:lvl1pPr>
              <a:defRPr/>
            </a:lvl1pPr>
          </a:lstStyle>
          <a:p>
            <a:r>
              <a:rPr lang="en-US"/>
              <a:t>Agenda</a:t>
            </a:r>
          </a:p>
        </p:txBody>
      </p:sp>
    </p:spTree>
    <p:extLst>
      <p:ext uri="{BB962C8B-B14F-4D97-AF65-F5344CB8AC3E}">
        <p14:creationId xmlns:p14="http://schemas.microsoft.com/office/powerpoint/2010/main" val="1747176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3869" y="3090446"/>
            <a:ext cx="11182288" cy="677108"/>
          </a:xfrm>
        </p:spPr>
        <p:txBody>
          <a:bodyPr anchor="ctr" anchorCtr="0">
            <a:noAutofit/>
          </a:bodyPr>
          <a:lstStyle>
            <a:lvl1pPr>
              <a:defRPr sz="4399">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356949661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2000" cy="3430800"/>
          </a:xfrm>
          <a:noFill/>
        </p:spPr>
        <p:txBody>
          <a:bodyPr tIns="324000"/>
          <a:lstStyle>
            <a:lvl1pPr marL="0" marR="0" indent="0" algn="ctr" defTabSz="1088231"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231"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 scene art</a:t>
            </a:r>
          </a:p>
        </p:txBody>
      </p:sp>
      <p:sp>
        <p:nvSpPr>
          <p:cNvPr id="2" name="Divider text"/>
          <p:cNvSpPr>
            <a:spLocks noGrp="1"/>
          </p:cNvSpPr>
          <p:nvPr>
            <p:ph type="ctrTitle" hasCustomPrompt="1"/>
          </p:nvPr>
        </p:nvSpPr>
        <p:spPr bwMode="gray">
          <a:xfrm>
            <a:off x="503869" y="1375046"/>
            <a:ext cx="11182288" cy="677108"/>
          </a:xfrm>
        </p:spPr>
        <p:txBody>
          <a:bodyPr anchor="t" anchorCtr="0">
            <a:noAutofit/>
          </a:bodyPr>
          <a:lstStyle>
            <a:lvl1pPr>
              <a:defRPr sz="4399">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325330283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1639402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868" y="1620000"/>
            <a:ext cx="11183565" cy="4230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813537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869" y="1620000"/>
            <a:ext cx="5326613" cy="4230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5" name="Text placeholder - column 1"/>
          <p:cNvSpPr>
            <a:spLocks noGrp="1"/>
          </p:cNvSpPr>
          <p:nvPr>
            <p:ph type="body" sz="quarter" idx="11" hasCustomPrompt="1"/>
          </p:nvPr>
        </p:nvSpPr>
        <p:spPr>
          <a:xfrm>
            <a:off x="6360820" y="1620000"/>
            <a:ext cx="5326613" cy="4230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778428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4361" y="1620000"/>
            <a:ext cx="3563072" cy="4230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4115" y="1620000"/>
            <a:ext cx="3563072" cy="4230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69" y="1620000"/>
            <a:ext cx="3563072" cy="4230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985283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
        <p:nvSpPr>
          <p:cNvPr id="3" name="Text placeholder - column 2"/>
          <p:cNvSpPr>
            <a:spLocks noGrp="1"/>
          </p:cNvSpPr>
          <p:nvPr>
            <p:ph type="body" sz="quarter" idx="10" hasCustomPrompt="1"/>
          </p:nvPr>
        </p:nvSpPr>
        <p:spPr>
          <a:xfrm>
            <a:off x="503869" y="4770000"/>
            <a:ext cx="5326613" cy="108000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869" y="1620000"/>
            <a:ext cx="5326613" cy="2631000"/>
          </a:xfrm>
          <a:solidFill>
            <a:schemeClr val="tx2">
              <a:alpha val="70000"/>
            </a:schemeClr>
          </a:solid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17" name="Text placeholder - column 2"/>
          <p:cNvSpPr>
            <a:spLocks noGrp="1"/>
          </p:cNvSpPr>
          <p:nvPr>
            <p:ph type="body" sz="quarter" idx="13" hasCustomPrompt="1"/>
          </p:nvPr>
        </p:nvSpPr>
        <p:spPr>
          <a:xfrm>
            <a:off x="6360820" y="4770000"/>
            <a:ext cx="5326613" cy="108000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6360820" y="1620000"/>
            <a:ext cx="5326613" cy="2631000"/>
          </a:xfrm>
          <a:solidFill>
            <a:schemeClr val="tx2">
              <a:alpha val="70000"/>
            </a:schemeClr>
          </a:solid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Tree>
    <p:extLst>
      <p:ext uri="{BB962C8B-B14F-4D97-AF65-F5344CB8AC3E}">
        <p14:creationId xmlns:p14="http://schemas.microsoft.com/office/powerpoint/2010/main" val="3428937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
        <p:nvSpPr>
          <p:cNvPr id="3" name="Text placeholder - column 2"/>
          <p:cNvSpPr>
            <a:spLocks noGrp="1"/>
          </p:cNvSpPr>
          <p:nvPr>
            <p:ph type="body" sz="quarter" idx="10" hasCustomPrompt="1"/>
          </p:nvPr>
        </p:nvSpPr>
        <p:spPr>
          <a:xfrm>
            <a:off x="503869" y="4354922"/>
            <a:ext cx="3390317" cy="1495079"/>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869" y="1620000"/>
            <a:ext cx="3390317" cy="2232000"/>
          </a:xfrm>
          <a:solidFill>
            <a:schemeClr val="tx2">
              <a:alpha val="70000"/>
            </a:schemeClr>
          </a:solid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17" name="Text placeholder - column 2"/>
          <p:cNvSpPr>
            <a:spLocks noGrp="1"/>
          </p:cNvSpPr>
          <p:nvPr>
            <p:ph type="body" sz="quarter" idx="13" hasCustomPrompt="1"/>
          </p:nvPr>
        </p:nvSpPr>
        <p:spPr>
          <a:xfrm>
            <a:off x="8297116" y="4354922"/>
            <a:ext cx="3390317" cy="1495079"/>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8297116" y="1620000"/>
            <a:ext cx="3390317" cy="2232000"/>
          </a:xfrm>
          <a:solidFill>
            <a:schemeClr val="tx2">
              <a:alpha val="70000"/>
            </a:schemeClr>
          </a:solid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9" name="Text placeholder - column 2"/>
          <p:cNvSpPr>
            <a:spLocks noGrp="1"/>
          </p:cNvSpPr>
          <p:nvPr>
            <p:ph type="body" sz="quarter" idx="15" hasCustomPrompt="1"/>
          </p:nvPr>
        </p:nvSpPr>
        <p:spPr>
          <a:xfrm>
            <a:off x="4400493" y="4354922"/>
            <a:ext cx="3390317" cy="1495079"/>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4400493" y="1620000"/>
            <a:ext cx="3390317" cy="2232000"/>
          </a:xfrm>
          <a:solidFill>
            <a:schemeClr val="tx2">
              <a:alpha val="70000"/>
            </a:schemeClr>
          </a:solid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Tree>
    <p:extLst>
      <p:ext uri="{BB962C8B-B14F-4D97-AF65-F5344CB8AC3E}">
        <p14:creationId xmlns:p14="http://schemas.microsoft.com/office/powerpoint/2010/main" val="40915743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
        <p:nvSpPr>
          <p:cNvPr id="3" name="Text placeholder - column 2"/>
          <p:cNvSpPr>
            <a:spLocks noGrp="1"/>
          </p:cNvSpPr>
          <p:nvPr>
            <p:ph type="body" sz="quarter" idx="10" hasCustomPrompt="1"/>
          </p:nvPr>
        </p:nvSpPr>
        <p:spPr>
          <a:xfrm>
            <a:off x="503869" y="3878220"/>
            <a:ext cx="2414971" cy="1971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869" y="1620000"/>
            <a:ext cx="2414971" cy="1728000"/>
          </a:xfrm>
          <a:solidFill>
            <a:schemeClr val="tx2">
              <a:alpha val="70000"/>
            </a:schemeClr>
          </a:solid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17" name="Text placeholder - column 2"/>
          <p:cNvSpPr>
            <a:spLocks noGrp="1"/>
          </p:cNvSpPr>
          <p:nvPr>
            <p:ph type="body" sz="quarter" idx="13" hasCustomPrompt="1"/>
          </p:nvPr>
        </p:nvSpPr>
        <p:spPr>
          <a:xfrm>
            <a:off x="9272462" y="3878221"/>
            <a:ext cx="2414971" cy="1971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2462" y="1620000"/>
            <a:ext cx="2414971" cy="1728000"/>
          </a:xfrm>
          <a:solidFill>
            <a:schemeClr val="tx2">
              <a:alpha val="70000"/>
            </a:schemeClr>
          </a:solid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9" name="Text placeholder - column 2"/>
          <p:cNvSpPr>
            <a:spLocks noGrp="1"/>
          </p:cNvSpPr>
          <p:nvPr>
            <p:ph type="body" sz="quarter" idx="15" hasCustomPrompt="1"/>
          </p:nvPr>
        </p:nvSpPr>
        <p:spPr>
          <a:xfrm>
            <a:off x="3426734" y="3878221"/>
            <a:ext cx="2414971" cy="1971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6734" y="1620000"/>
            <a:ext cx="2414971" cy="1728000"/>
          </a:xfrm>
          <a:solidFill>
            <a:schemeClr val="tx2">
              <a:alpha val="70000"/>
            </a:schemeClr>
          </a:solid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13" name="Text placeholder - column 2"/>
          <p:cNvSpPr>
            <a:spLocks noGrp="1"/>
          </p:cNvSpPr>
          <p:nvPr>
            <p:ph type="body" sz="quarter" idx="17" hasCustomPrompt="1"/>
          </p:nvPr>
        </p:nvSpPr>
        <p:spPr>
          <a:xfrm>
            <a:off x="6349599" y="3878221"/>
            <a:ext cx="2414971" cy="1971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49599" y="1620000"/>
            <a:ext cx="2414971" cy="1728000"/>
          </a:xfrm>
          <a:solidFill>
            <a:schemeClr val="tx2">
              <a:alpha val="70000"/>
            </a:schemeClr>
          </a:solid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Tree>
    <p:extLst>
      <p:ext uri="{BB962C8B-B14F-4D97-AF65-F5344CB8AC3E}">
        <p14:creationId xmlns:p14="http://schemas.microsoft.com/office/powerpoint/2010/main" val="811615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3869" y="1800000"/>
            <a:ext cx="11182288" cy="3285032"/>
          </a:xfrm>
        </p:spPr>
        <p:txBody>
          <a:bodyPr/>
          <a:lstStyle>
            <a:lvl1pPr marL="395802" indent="-395802">
              <a:lnSpc>
                <a:spcPct val="90000"/>
              </a:lnSpc>
              <a:spcBef>
                <a:spcPts val="600"/>
              </a:spcBef>
              <a:defRPr sz="5997" b="1">
                <a:solidFill>
                  <a:schemeClr val="tx1"/>
                </a:solidFill>
              </a:defRPr>
            </a:lvl1pPr>
            <a:lvl2pPr marL="395802" indent="0">
              <a:buNone/>
              <a:defRPr sz="1200">
                <a:solidFill>
                  <a:schemeClr val="tx1"/>
                </a:solidFill>
              </a:defRPr>
            </a:lvl2pPr>
          </a:lstStyle>
          <a:p>
            <a:pPr lvl="0"/>
            <a:r>
              <a:rPr lang="en-US" noProof="0"/>
              <a:t>“Quote goes here </a:t>
            </a:r>
            <a:br>
              <a:rPr lang="en-US" noProof="0"/>
            </a:br>
            <a:r>
              <a:rPr lang="en-US" noProof="0"/>
              <a:t>and here.”</a:t>
            </a:r>
          </a:p>
          <a:p>
            <a:pPr lvl="1"/>
            <a:r>
              <a:rPr lang="en-US" noProof="0"/>
              <a:t>Source</a:t>
            </a:r>
          </a:p>
        </p:txBody>
      </p:sp>
      <p:sp>
        <p:nvSpPr>
          <p:cNvPr id="2" name="Title 1"/>
          <p:cNvSpPr>
            <a:spLocks noGrp="1"/>
          </p:cNvSpPr>
          <p:nvPr>
            <p:ph type="title" hasCustomPrompt="1"/>
          </p:nvPr>
        </p:nvSpPr>
        <p:spPr/>
        <p:txBody>
          <a:bodyPr/>
          <a:lstStyle>
            <a:lvl1pPr>
              <a:defRPr>
                <a:solidFill>
                  <a:schemeClr val="tx1"/>
                </a:solidFill>
              </a:defRPr>
            </a:lvl1pPr>
          </a:lstStyle>
          <a:p>
            <a:r>
              <a:rPr lang="en-US" noProof="0"/>
              <a:t>Insert page title (sentence case)</a:t>
            </a:r>
            <a:endParaRPr lang="en-US"/>
          </a:p>
        </p:txBody>
      </p:sp>
    </p:spTree>
    <p:extLst>
      <p:ext uri="{BB962C8B-B14F-4D97-AF65-F5344CB8AC3E}">
        <p14:creationId xmlns:p14="http://schemas.microsoft.com/office/powerpoint/2010/main" val="317931028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5059" y="252000"/>
            <a:ext cx="4066941" cy="6606000"/>
          </a:xfrm>
          <a:solidFill>
            <a:schemeClr val="tx2">
              <a:alpha val="70000"/>
            </a:schemeClr>
          </a:solid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7" name="Text Placeholder 6"/>
          <p:cNvSpPr>
            <a:spLocks noGrp="1"/>
          </p:cNvSpPr>
          <p:nvPr>
            <p:ph type="body" sz="quarter" idx="11" hasCustomPrompt="1"/>
          </p:nvPr>
        </p:nvSpPr>
        <p:spPr bwMode="gray">
          <a:xfrm>
            <a:off x="503868" y="1620000"/>
            <a:ext cx="7090154" cy="4230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2"/>
          <p:cNvSpPr>
            <a:spLocks noGrp="1"/>
          </p:cNvSpPr>
          <p:nvPr>
            <p:ph type="title" hasCustomPrompt="1"/>
          </p:nvPr>
        </p:nvSpPr>
        <p:spPr>
          <a:xfrm>
            <a:off x="503870" y="504000"/>
            <a:ext cx="709015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1412589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09584" y="252000"/>
            <a:ext cx="6082416" cy="6606000"/>
          </a:xfrm>
          <a:solidFill>
            <a:schemeClr val="tx2">
              <a:alpha val="70000"/>
            </a:schemeClr>
          </a:solid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7" name="Text Placeholder 6"/>
          <p:cNvSpPr>
            <a:spLocks noGrp="1"/>
          </p:cNvSpPr>
          <p:nvPr>
            <p:ph type="body" sz="quarter" idx="11" hasCustomPrompt="1"/>
          </p:nvPr>
        </p:nvSpPr>
        <p:spPr bwMode="gray">
          <a:xfrm>
            <a:off x="503868" y="1620000"/>
            <a:ext cx="5110669" cy="4230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p:cNvSpPr>
            <a:spLocks noGrp="1"/>
          </p:cNvSpPr>
          <p:nvPr>
            <p:ph type="title" hasCustomPrompt="1"/>
          </p:nvPr>
        </p:nvSpPr>
        <p:spPr>
          <a:xfrm>
            <a:off x="503870" y="504000"/>
            <a:ext cx="5110669"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982714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2000" cy="6606000"/>
          </a:xfrm>
          <a:solidFill>
            <a:schemeClr val="tx2">
              <a:alpha val="70000"/>
            </a:schemeClr>
          </a:solid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Tree>
    <p:extLst>
      <p:ext uri="{BB962C8B-B14F-4D97-AF65-F5344CB8AC3E}">
        <p14:creationId xmlns:p14="http://schemas.microsoft.com/office/powerpoint/2010/main" val="31096667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2000" cy="6858000"/>
          </a:xfrm>
          <a:solidFill>
            <a:schemeClr val="tx2">
              <a:alpha val="70000"/>
            </a:schemeClr>
          </a:solid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Tree>
    <p:extLst>
      <p:ext uri="{BB962C8B-B14F-4D97-AF65-F5344CB8AC3E}">
        <p14:creationId xmlns:p14="http://schemas.microsoft.com/office/powerpoint/2010/main" val="21623378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0820" y="1601628"/>
            <a:ext cx="5326613" cy="4230000"/>
          </a:xfrm>
          <a:solidFill>
            <a:schemeClr val="tx2">
              <a:alpha val="70000"/>
            </a:schemeClr>
          </a:solidFill>
        </p:spPr>
        <p:txBody>
          <a:bodyPr vert="horz" lIns="0" tIns="1512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screenshot</a:t>
            </a:r>
            <a:endParaRPr lang="de-DE"/>
          </a:p>
        </p:txBody>
      </p:sp>
      <p:sp>
        <p:nvSpPr>
          <p:cNvPr id="4" name="Text Placeholder 3"/>
          <p:cNvSpPr>
            <a:spLocks noGrp="1"/>
          </p:cNvSpPr>
          <p:nvPr>
            <p:ph type="body" sz="quarter" idx="10" hasCustomPrompt="1"/>
          </p:nvPr>
        </p:nvSpPr>
        <p:spPr>
          <a:xfrm>
            <a:off x="503869" y="1620000"/>
            <a:ext cx="5326613" cy="4230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15759640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3869" y="1620000"/>
            <a:ext cx="11182288" cy="4230000"/>
          </a:xfrm>
          <a:solidFill>
            <a:schemeClr val="tx2">
              <a:alpha val="70000"/>
            </a:schemeClr>
          </a:solidFill>
        </p:spPr>
        <p:txBody>
          <a:bodyPr tIns="1368000"/>
          <a:lstStyle>
            <a:lvl1pPr algn="ctr">
              <a:defRPr sz="1400" b="0"/>
            </a:lvl1pPr>
          </a:lstStyle>
          <a:p>
            <a:pPr lvl="0"/>
            <a:r>
              <a:rPr lang="en-US"/>
              <a:t>Click to add content</a:t>
            </a:r>
          </a:p>
        </p:txBody>
      </p:sp>
      <p:sp>
        <p:nvSpPr>
          <p:cNvPr id="2" name="Title 1"/>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132387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158" y="1142736"/>
            <a:ext cx="11792689" cy="220929"/>
          </a:xfrm>
          <a:prstGeom prst="rect">
            <a:avLst/>
          </a:prstGeom>
          <a:solidFill>
            <a:schemeClr val="bg1"/>
          </a:solidFill>
          <a:ln w="6350" algn="ctr">
            <a:noFill/>
            <a:miter lim="800000"/>
            <a:headEnd/>
            <a:tailEnd/>
          </a:ln>
        </p:spPr>
        <p:txBody>
          <a:bodyPr lIns="89956" tIns="71964" rIns="89956" bIns="71964" rtlCol="0" anchor="ctr"/>
          <a:lstStyle/>
          <a:p>
            <a:pPr marR="0" algn="ctr" defTabSz="913943" eaLnBrk="1" fontAlgn="base" latinLnBrk="0" hangingPunct="1">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6378878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91526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3869" y="2905487"/>
            <a:ext cx="5326613"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a:t>Contact information:</a:t>
            </a:r>
          </a:p>
          <a:p>
            <a:pPr lvl="1"/>
            <a:r>
              <a:rPr lang="en-US"/>
              <a:t>F name L name</a:t>
            </a:r>
          </a:p>
          <a:p>
            <a:pPr lvl="1"/>
            <a:r>
              <a:rPr lang="en-US"/>
              <a:t>Title</a:t>
            </a:r>
          </a:p>
          <a:p>
            <a:pPr lvl="1"/>
            <a:r>
              <a:rPr lang="en-US"/>
              <a:t>Address</a:t>
            </a:r>
          </a:p>
          <a:p>
            <a:pPr lvl="1"/>
            <a:r>
              <a:rPr lang="en-US"/>
              <a:t>Phone number</a:t>
            </a:r>
          </a:p>
        </p:txBody>
      </p:sp>
      <p:sp>
        <p:nvSpPr>
          <p:cNvPr id="2" name="Thank you"/>
          <p:cNvSpPr>
            <a:spLocks noGrp="1"/>
          </p:cNvSpPr>
          <p:nvPr>
            <p:ph type="ctrTitle" hasCustomPrompt="1"/>
          </p:nvPr>
        </p:nvSpPr>
        <p:spPr bwMode="gray">
          <a:xfrm>
            <a:off x="503869" y="1467009"/>
            <a:ext cx="5326613" cy="923116"/>
          </a:xfrm>
        </p:spPr>
        <p:txBody>
          <a:bodyPr anchor="t" anchorCtr="0">
            <a:noAutofit/>
          </a:bodyPr>
          <a:lstStyle>
            <a:lvl1pPr>
              <a:defRPr sz="5498">
                <a:solidFill>
                  <a:schemeClr val="accent1"/>
                </a:solidFill>
                <a:latin typeface="+mj-lt"/>
              </a:defRPr>
            </a:lvl1pPr>
          </a:lstStyle>
          <a:p>
            <a:r>
              <a:rPr lang="en-US"/>
              <a:t>Thank you.</a:t>
            </a:r>
            <a:endParaRPr lang="de-DE"/>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3869" y="5994000"/>
            <a:ext cx="1578051" cy="360000"/>
          </a:xfrm>
          <a:prstGeom prst="rect">
            <a:avLst/>
          </a:prstGeom>
        </p:spPr>
      </p:pic>
    </p:spTree>
    <p:extLst>
      <p:ext uri="{BB962C8B-B14F-4D97-AF65-F5344CB8AC3E}">
        <p14:creationId xmlns:p14="http://schemas.microsoft.com/office/powerpoint/2010/main" val="1774304963"/>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868" y="1620000"/>
            <a:ext cx="11182288" cy="3153980"/>
          </a:xfrm>
          <a:prstGeom prst="rect">
            <a:avLst/>
          </a:prstGeom>
          <a:noFill/>
        </p:spPr>
        <p:txBody>
          <a:bodyPr wrap="square" lIns="0" tIns="0" rIns="0" bIns="0" rtlCol="0">
            <a:spAutoFit/>
          </a:bodyPr>
          <a:lstStyle/>
          <a:p>
            <a:pPr>
              <a:spcBef>
                <a:spcPts val="1200"/>
              </a:spcBef>
            </a:pPr>
            <a:r>
              <a:rPr lang="en-US" sz="1100" kern="120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a:solidFill>
                  <a:schemeClr val="tx1"/>
                </a:solidFill>
                <a:latin typeface="Arial"/>
                <a:ea typeface="Arial Unicode MS" panose="020B0604020202020204" pitchFamily="34" charset="-128"/>
                <a:cs typeface="+mn-cs"/>
              </a:rPr>
            </a:br>
            <a:r>
              <a:rPr lang="en-US" sz="1100" kern="120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a:solidFill>
                  <a:schemeClr val="tx1"/>
                </a:solidFill>
                <a:latin typeface="Arial"/>
                <a:ea typeface="Arial Unicode MS" panose="020B0604020202020204" pitchFamily="34" charset="-128"/>
                <a:cs typeface="+mn-cs"/>
              </a:rPr>
            </a:br>
            <a:r>
              <a:rPr lang="en-US" sz="1100" kern="120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a:solidFill>
                  <a:schemeClr val="tx1"/>
                </a:solidFill>
                <a:latin typeface="Arial"/>
                <a:ea typeface="Arial Unicode MS" panose="020B0604020202020204" pitchFamily="34" charset="-128"/>
                <a:cs typeface="+mn-cs"/>
              </a:rPr>
            </a:br>
            <a:r>
              <a:rPr lang="en-US" sz="1100" kern="120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a:solidFill>
                  <a:schemeClr val="tx1"/>
                </a:solidFill>
                <a:latin typeface="Arial"/>
                <a:ea typeface="Arial Unicode MS" panose="020B0604020202020204" pitchFamily="34" charset="-128"/>
                <a:cs typeface="+mn-cs"/>
              </a:rPr>
            </a:br>
            <a:r>
              <a:rPr lang="en-US" sz="1100" kern="120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a:solidFill>
                  <a:schemeClr val="tx1"/>
                </a:solidFill>
                <a:latin typeface="Arial"/>
                <a:ea typeface="Arial Unicode MS" panose="020B0604020202020204" pitchFamily="34" charset="-128"/>
                <a:cs typeface="+mn-cs"/>
              </a:rPr>
            </a:br>
            <a:r>
              <a:rPr lang="en-US" sz="1100" kern="1200">
                <a:solidFill>
                  <a:schemeClr val="tx1"/>
                </a:solidFill>
                <a:latin typeface="Arial"/>
                <a:ea typeface="Arial Unicode MS" panose="020B0604020202020204" pitchFamily="34" charset="-128"/>
                <a:cs typeface="+mn-cs"/>
              </a:rPr>
              <a:t>See </a:t>
            </a:r>
            <a:r>
              <a:rPr lang="en-US" sz="1100" kern="1200">
                <a:solidFill>
                  <a:schemeClr val="tx2"/>
                </a:solidFill>
                <a:latin typeface="Arial"/>
                <a:ea typeface="Arial Unicode MS" panose="020B0604020202020204" pitchFamily="34" charset="-128"/>
                <a:cs typeface="+mn-cs"/>
                <a:hlinkClick r:id="rId2"/>
              </a:rPr>
              <a:t>http://global.sap.com/corporate-en/legal/copyright/index.epx</a:t>
            </a:r>
            <a:r>
              <a:rPr lang="en-US" sz="1100" kern="1200">
                <a:solidFill>
                  <a:schemeClr val="tx2"/>
                </a:solidFill>
                <a:latin typeface="Arial"/>
                <a:ea typeface="Arial Unicode MS" panose="020B0604020202020204" pitchFamily="34" charset="-128"/>
                <a:cs typeface="+mn-cs"/>
              </a:rPr>
              <a:t> </a:t>
            </a:r>
            <a:r>
              <a:rPr lang="en-US" sz="1100" kern="120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3869" y="719834"/>
            <a:ext cx="953819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399" b="0" noProof="0"/>
              <a:t>© 2017 SAP SE or an SAP affiliate company. All rights reserved.</a:t>
            </a:r>
          </a:p>
        </p:txBody>
      </p:sp>
      <p:grpSp>
        <p:nvGrpSpPr>
          <p:cNvPr id="16" name="Group 15"/>
          <p:cNvGrpSpPr/>
          <p:nvPr userDrawn="1"/>
        </p:nvGrpSpPr>
        <p:grpSpPr>
          <a:xfrm>
            <a:off x="0" y="0"/>
            <a:ext cx="12193625"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38041005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3869" y="1620000"/>
            <a:ext cx="11182288" cy="3830931"/>
          </a:xfrm>
          <a:prstGeom prst="rect">
            <a:avLst/>
          </a:prstGeom>
          <a:noFill/>
        </p:spPr>
        <p:txBody>
          <a:bodyPr wrap="square" lIns="0" tIns="0" rIns="0" bIns="0" rtlCol="0">
            <a:spAutoFit/>
          </a:bodyPr>
          <a:lstStyle/>
          <a:p>
            <a:pPr>
              <a:spcBef>
                <a:spcPts val="1200"/>
              </a:spcBef>
            </a:pPr>
            <a:r>
              <a:rPr lang="de-DE" sz="1100" kern="1200" noProof="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1200"/>
              </a:spcBef>
            </a:pPr>
            <a:r>
              <a:rPr lang="de-DE" sz="1100" kern="1200" noProof="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1200"/>
              </a:spcBef>
            </a:pPr>
            <a:r>
              <a:rPr lang="de-DE" sz="1100" kern="1200" noProof="0">
                <a:solidFill>
                  <a:schemeClr val="tx1"/>
                </a:solidFill>
                <a:effectLst/>
                <a:latin typeface="Arial"/>
                <a:ea typeface="+mn-ea"/>
                <a:cs typeface="+mn-cs"/>
              </a:rPr>
              <a:t>Die vorliegenden Unterlagen werden von der SAP SE oder einem SAP-Konzernunternehmen bereitgestellt und dienen ausschließlich zu Informationszwecken. </a:t>
            </a:r>
            <a:br>
              <a:rPr lang="de-DE" sz="1100" kern="1200" noProof="0">
                <a:solidFill>
                  <a:schemeClr val="tx1"/>
                </a:solidFill>
                <a:effectLst/>
                <a:latin typeface="Arial"/>
                <a:ea typeface="+mn-ea"/>
                <a:cs typeface="+mn-cs"/>
              </a:rPr>
            </a:br>
            <a:r>
              <a:rPr lang="de-DE" sz="1100" kern="1200" noProof="0">
                <a:solidFill>
                  <a:schemeClr val="tx1"/>
                </a:solidFill>
                <a:effectLst/>
                <a:latin typeface="Arial"/>
                <a:ea typeface="+mn-ea"/>
                <a:cs typeface="+mn-cs"/>
              </a:rPr>
              <a:t>Die SAP SE oder ihre Konzernunternehmen übernehmen keinerlei Haftung oder Gewährleistung für Fehler oder Unvollständigkeiten in dieser Publikation. </a:t>
            </a:r>
            <a:br>
              <a:rPr lang="de-DE" sz="1100" kern="1200" noProof="0">
                <a:solidFill>
                  <a:schemeClr val="tx1"/>
                </a:solidFill>
                <a:effectLst/>
                <a:latin typeface="Arial"/>
                <a:ea typeface="+mn-ea"/>
                <a:cs typeface="+mn-cs"/>
              </a:rPr>
            </a:br>
            <a:r>
              <a:rPr lang="de-DE" sz="1100" kern="1200" noProof="0">
                <a:solidFill>
                  <a:schemeClr val="tx1"/>
                </a:solidFill>
                <a:effectLst/>
                <a:latin typeface="Arial"/>
                <a:ea typeface="+mn-ea"/>
                <a:cs typeface="+mn-cs"/>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100" kern="1200" noProof="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1200"/>
              </a:spcBef>
            </a:pPr>
            <a:r>
              <a:rPr lang="de-DE" sz="1100" kern="1200" noProof="0">
                <a:solidFill>
                  <a:schemeClr val="tx1"/>
                </a:solidFill>
                <a:effectLst/>
                <a:latin typeface="Arial"/>
                <a:ea typeface="+mn-ea"/>
                <a:cs typeface="+mn-cs"/>
              </a:rPr>
              <a:t>SAP und andere in diesem Dokument erwähnte Produkte und Dienstleistungen von SAP sowie die dazugehörigen Logos sind Marken oder eingetragene Marken der SAP SE </a:t>
            </a:r>
            <a:br>
              <a:rPr lang="de-DE" sz="1100" kern="1200" noProof="0">
                <a:solidFill>
                  <a:schemeClr val="tx1"/>
                </a:solidFill>
                <a:effectLst/>
                <a:latin typeface="Arial"/>
                <a:ea typeface="+mn-ea"/>
                <a:cs typeface="+mn-cs"/>
              </a:rPr>
            </a:br>
            <a:r>
              <a:rPr lang="de-DE" sz="1100" kern="1200" noProof="0">
                <a:solidFill>
                  <a:schemeClr val="tx1"/>
                </a:solidFill>
                <a:effectLst/>
                <a:latin typeface="Arial"/>
                <a:ea typeface="+mn-ea"/>
                <a:cs typeface="+mn-cs"/>
              </a:rPr>
              <a:t>(oder von einem SAP-Konzernunternehmen) in Deutschland und verschiedenen anderen Ländern weltweit. Alle anderen Namen von Produkten und Dienstleistungen sind Marken der jeweiligen Firmen. </a:t>
            </a:r>
            <a:br>
              <a:rPr lang="de-DE" sz="1100" kern="1200" noProof="0">
                <a:solidFill>
                  <a:schemeClr val="tx1"/>
                </a:solidFill>
                <a:effectLst/>
                <a:latin typeface="Arial"/>
                <a:ea typeface="+mn-ea"/>
                <a:cs typeface="+mn-cs"/>
              </a:rPr>
            </a:br>
            <a:r>
              <a:rPr lang="de-DE" sz="1100" kern="1200" noProof="0">
                <a:solidFill>
                  <a:schemeClr val="tx1"/>
                </a:solidFill>
                <a:effectLst/>
                <a:latin typeface="Arial"/>
                <a:ea typeface="+mn-ea"/>
                <a:cs typeface="+mn-cs"/>
              </a:rPr>
              <a:t>Zusätzliche Informationen zur Marke und Vermerke finden Sie auf der Seite </a:t>
            </a:r>
            <a:r>
              <a:rPr lang="de-DE" sz="1100" kern="1200" noProof="0">
                <a:solidFill>
                  <a:schemeClr val="tx1"/>
                </a:solidFill>
                <a:effectLst/>
                <a:latin typeface="Arial"/>
                <a:ea typeface="+mn-ea"/>
                <a:cs typeface="+mn-cs"/>
                <a:hlinkClick r:id="rId2"/>
              </a:rPr>
              <a:t>http://www.sap.com/corporate-de/legal/copyright/index.epx</a:t>
            </a:r>
            <a:endParaRPr lang="de-DE" sz="1100" kern="1200" noProof="0">
              <a:solidFill>
                <a:schemeClr val="tx1"/>
              </a:solidFill>
              <a:effectLst/>
              <a:latin typeface="Arial"/>
              <a:ea typeface="+mn-ea"/>
              <a:cs typeface="+mn-cs"/>
            </a:endParaRPr>
          </a:p>
        </p:txBody>
      </p:sp>
      <p:sp>
        <p:nvSpPr>
          <p:cNvPr id="5" name="TextBox 4"/>
          <p:cNvSpPr txBox="1"/>
          <p:nvPr userDrawn="1"/>
        </p:nvSpPr>
        <p:spPr bwMode="gray">
          <a:xfrm>
            <a:off x="503869" y="719834"/>
            <a:ext cx="11182288"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399" b="0" noProof="0"/>
              <a:t>© </a:t>
            </a:r>
            <a:r>
              <a:rPr lang="de-DE" sz="2399" b="0" noProof="0"/>
              <a:t>2017 SAP SE oder ein SAP-Konzernunternehmen. Alle Rechte vorbehalten.</a:t>
            </a:r>
          </a:p>
        </p:txBody>
      </p:sp>
      <p:grpSp>
        <p:nvGrpSpPr>
          <p:cNvPr id="16" name="Group 15"/>
          <p:cNvGrpSpPr/>
          <p:nvPr userDrawn="1"/>
        </p:nvGrpSpPr>
        <p:grpSpPr>
          <a:xfrm>
            <a:off x="0" y="0"/>
            <a:ext cx="12193625"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38663513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Roadmap_Product_Description">
    <p:spTree>
      <p:nvGrpSpPr>
        <p:cNvPr id="1" name=""/>
        <p:cNvGrpSpPr/>
        <p:nvPr/>
      </p:nvGrpSpPr>
      <p:grpSpPr>
        <a:xfrm>
          <a:off x="0" y="0"/>
          <a:ext cx="0" cy="0"/>
          <a:chOff x="0" y="0"/>
          <a:chExt cx="0" cy="0"/>
        </a:xfrm>
      </p:grpSpPr>
      <p:sp>
        <p:nvSpPr>
          <p:cNvPr id="12" name="Text Placeholder 11"/>
          <p:cNvSpPr>
            <a:spLocks noGrp="1"/>
          </p:cNvSpPr>
          <p:nvPr>
            <p:ph type="body" sz="quarter" idx="12" hasCustomPrompt="1"/>
          </p:nvPr>
        </p:nvSpPr>
        <p:spPr>
          <a:xfrm>
            <a:off x="326195" y="1690691"/>
            <a:ext cx="11539191" cy="671512"/>
          </a:xfrm>
          <a:prstGeom prst="rect">
            <a:avLst/>
          </a:prstGeom>
        </p:spPr>
        <p:txBody>
          <a:bodyPr/>
          <a:lstStyle>
            <a:lvl1pPr>
              <a:spcBef>
                <a:spcPts val="0"/>
              </a:spcBef>
              <a:defRPr sz="1600" b="0">
                <a:solidFill>
                  <a:schemeClr val="tx1"/>
                </a:solidFill>
              </a:defRPr>
            </a:lvl1pPr>
            <a:lvl2pPr marL="0" indent="0">
              <a:buSzPct val="100000"/>
              <a:buFont typeface="Wingdings" pitchFamily="2" charset="2"/>
              <a:buNone/>
              <a:defRPr sz="1600" baseline="0"/>
            </a:lvl2pPr>
            <a:lvl3pPr>
              <a:defRPr sz="1899" baseline="0"/>
            </a:lvl3pPr>
          </a:lstStyle>
          <a:p>
            <a:pPr lvl="0"/>
            <a:r>
              <a:rPr lang="en-US"/>
              <a:t>Introductory sentences</a:t>
            </a:r>
          </a:p>
        </p:txBody>
      </p:sp>
      <p:sp>
        <p:nvSpPr>
          <p:cNvPr id="13" name="Text Placeholder 3"/>
          <p:cNvSpPr>
            <a:spLocks noGrp="1"/>
          </p:cNvSpPr>
          <p:nvPr>
            <p:ph type="body" sz="quarter" idx="11" hasCustomPrompt="1"/>
          </p:nvPr>
        </p:nvSpPr>
        <p:spPr>
          <a:xfrm>
            <a:off x="323833" y="2536371"/>
            <a:ext cx="7208238" cy="3550104"/>
          </a:xfrm>
          <a:prstGeom prst="rect">
            <a:avLst/>
          </a:prstGeom>
        </p:spPr>
        <p:txBody>
          <a:bodyPr/>
          <a:lstStyle>
            <a:lvl1pPr>
              <a:spcBef>
                <a:spcPts val="1000"/>
              </a:spcBef>
              <a:spcAft>
                <a:spcPts val="0"/>
              </a:spcAft>
              <a:defRPr sz="1600"/>
            </a:lvl1pPr>
            <a:lvl2pPr marL="228485" indent="-182788">
              <a:spcBef>
                <a:spcPts val="200"/>
              </a:spcBef>
              <a:spcAft>
                <a:spcPts val="0"/>
              </a:spcAft>
              <a:buSzPct val="100000"/>
              <a:buFont typeface="Wingdings" pitchFamily="2" charset="2"/>
              <a:buChar char=""/>
              <a:defRPr sz="1400"/>
            </a:lvl2pPr>
            <a:lvl3pPr>
              <a:defRPr sz="1899"/>
            </a:lvl3pPr>
            <a:lvl4pPr>
              <a:defRPr sz="1200"/>
            </a:lvl4pPr>
            <a:lvl5pPr marL="402135" indent="-179910">
              <a:spcBef>
                <a:spcPts val="200"/>
              </a:spcBef>
              <a:buFont typeface="Arial" panose="020B0604020202020204" pitchFamily="34" charset="0"/>
              <a:buChar char="−"/>
              <a:defRPr sz="1200"/>
            </a:lvl5pPr>
          </a:lstStyle>
          <a:p>
            <a:pPr lvl="0"/>
            <a:r>
              <a:rPr lang="en-US" noProof="0"/>
              <a:t>First level</a:t>
            </a:r>
          </a:p>
          <a:p>
            <a:pPr lvl="1"/>
            <a:r>
              <a:rPr lang="en-US"/>
              <a:t>Second level</a:t>
            </a:r>
          </a:p>
          <a:p>
            <a:pPr lvl="4"/>
            <a:r>
              <a:rPr lang="en-US"/>
              <a:t>Third level</a:t>
            </a:r>
          </a:p>
          <a:p>
            <a:pPr lvl="3"/>
            <a:endParaRPr lang="en-US"/>
          </a:p>
        </p:txBody>
      </p:sp>
      <p:sp>
        <p:nvSpPr>
          <p:cNvPr id="21" name="Title Placeholder 1"/>
          <p:cNvSpPr>
            <a:spLocks noGrp="1"/>
          </p:cNvSpPr>
          <p:nvPr>
            <p:ph type="title" hasCustomPrompt="1"/>
          </p:nvPr>
        </p:nvSpPr>
        <p:spPr bwMode="gray">
          <a:xfrm>
            <a:off x="326195" y="324079"/>
            <a:ext cx="11539191" cy="756175"/>
          </a:xfrm>
          <a:prstGeom prst="rect">
            <a:avLst/>
          </a:prstGeom>
        </p:spPr>
        <p:txBody>
          <a:bodyPr vert="horz" lIns="0" tIns="0" rIns="0" bIns="0" rtlCol="0" anchor="ctr" anchorCtr="0">
            <a:noAutofit/>
          </a:bodyPr>
          <a:lstStyle>
            <a:lvl1pPr>
              <a:defRPr baseline="0"/>
            </a:lvl1pPr>
          </a:lstStyle>
          <a:p>
            <a:r>
              <a:rPr lang="en-US" noProof="0"/>
              <a:t>Insert page title</a:t>
            </a:r>
          </a:p>
        </p:txBody>
      </p:sp>
      <p:sp>
        <p:nvSpPr>
          <p:cNvPr id="6" name="Picture Placeholder 2"/>
          <p:cNvSpPr>
            <a:spLocks noGrp="1"/>
          </p:cNvSpPr>
          <p:nvPr>
            <p:ph type="pic" sz="quarter" idx="13"/>
          </p:nvPr>
        </p:nvSpPr>
        <p:spPr>
          <a:xfrm>
            <a:off x="7758657" y="2562851"/>
            <a:ext cx="4106729" cy="3533247"/>
          </a:xfrm>
          <a:solidFill>
            <a:schemeClr val="bg1">
              <a:lumMod val="95000"/>
            </a:schemeClr>
          </a:solidFill>
        </p:spPr>
        <p:txBody>
          <a:bodyPr/>
          <a:lstStyle>
            <a:lvl1pPr algn="ctr">
              <a:defRPr sz="1600" b="0" baseline="0"/>
            </a:lvl1pPr>
          </a:lstStyle>
          <a:p>
            <a:endParaRPr lang="en-US"/>
          </a:p>
          <a:p>
            <a:endParaRPr lang="en-US"/>
          </a:p>
          <a:p>
            <a:r>
              <a:rPr lang="en-US"/>
              <a:t>Click icon to add picture</a:t>
            </a:r>
          </a:p>
          <a:p>
            <a:endParaRPr lang="en-US"/>
          </a:p>
          <a:p>
            <a:endParaRPr lang="en-US"/>
          </a:p>
          <a:p>
            <a:endParaRPr lang="en-US"/>
          </a:p>
          <a:p>
            <a:endParaRPr lang="en-US"/>
          </a:p>
        </p:txBody>
      </p:sp>
    </p:spTree>
    <p:extLst>
      <p:ext uri="{BB962C8B-B14F-4D97-AF65-F5344CB8AC3E}">
        <p14:creationId xmlns:p14="http://schemas.microsoft.com/office/powerpoint/2010/main" val="377862837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6406" y="6536752"/>
            <a:ext cx="141027"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a:p>
        </p:txBody>
      </p:sp>
      <p:sp>
        <p:nvSpPr>
          <p:cNvPr id="11" name="Classification"/>
          <p:cNvSpPr txBox="1"/>
          <p:nvPr userDrawn="1"/>
        </p:nvSpPr>
        <p:spPr bwMode="black">
          <a:xfrm>
            <a:off x="2813923" y="6559835"/>
            <a:ext cx="407057" cy="92333"/>
          </a:xfrm>
          <a:prstGeom prst="rect">
            <a:avLst/>
          </a:prstGeom>
          <a:noFill/>
        </p:spPr>
        <p:txBody>
          <a:bodyPr wrap="none" lIns="0" tIns="0" rIns="0" bIns="0" rtlCol="0">
            <a:spAutoFit/>
          </a:bodyPr>
          <a:lstStyle/>
          <a:p>
            <a:pPr marL="0" marR="0" indent="0" algn="l" defTabSz="1088231"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EXTERNAL</a:t>
            </a:r>
          </a:p>
        </p:txBody>
      </p:sp>
      <p:sp>
        <p:nvSpPr>
          <p:cNvPr id="10" name="Copyright"/>
          <p:cNvSpPr txBox="1"/>
          <p:nvPr userDrawn="1"/>
        </p:nvSpPr>
        <p:spPr bwMode="black">
          <a:xfrm>
            <a:off x="503870" y="6559835"/>
            <a:ext cx="2269088" cy="92333"/>
          </a:xfrm>
          <a:prstGeom prst="rect">
            <a:avLst/>
          </a:prstGeom>
          <a:noFill/>
        </p:spPr>
        <p:txBody>
          <a:bodyPr wrap="square" lIns="0" tIns="0" rIns="0" bIns="0" rtlCol="0">
            <a:spAutoFit/>
          </a:bodyPr>
          <a:lstStyle/>
          <a:p>
            <a:pPr marL="84096" marR="0" indent="-84096" algn="l" defTabSz="1088231"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a:solidFill>
                  <a:schemeClr val="tx1"/>
                </a:solidFill>
              </a:rPr>
              <a:t>2017 SAP SE or an SAP affiliate company. All rights reserved.  </a:t>
            </a:r>
            <a:r>
              <a:rPr kumimoji="0" lang="en-US" sz="600" b="0" i="0" u="none" kern="0" baseline="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3870" y="1620000"/>
            <a:ext cx="11183564" cy="4230235"/>
          </a:xfrm>
          <a:prstGeom prst="rect">
            <a:avLst/>
          </a:prstGeom>
        </p:spPr>
        <p:txBody>
          <a:bodyPr vert="horz" lIns="0" tIns="0" rIns="0" bIns="0" rtlCol="0">
            <a:no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1"/>
          <p:cNvSpPr>
            <a:spLocks noGrp="1"/>
          </p:cNvSpPr>
          <p:nvPr userDrawn="1">
            <p:ph type="title"/>
          </p:nvPr>
        </p:nvSpPr>
        <p:spPr bwMode="gray">
          <a:xfrm>
            <a:off x="503870" y="504000"/>
            <a:ext cx="11183564"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4" name="Group 3"/>
          <p:cNvGrpSpPr/>
          <p:nvPr userDrawn="1"/>
        </p:nvGrpSpPr>
        <p:grpSpPr>
          <a:xfrm>
            <a:off x="0" y="0"/>
            <a:ext cx="12193625" cy="251942"/>
            <a:chOff x="0" y="0"/>
            <a:chExt cx="12196800" cy="251942"/>
          </a:xfrm>
        </p:grpSpPr>
        <p:sp>
          <p:nvSpPr>
            <p:cNvPr id="13" name="Rectangle 12"/>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grpSp>
          <p:nvGrpSpPr>
            <p:cNvPr id="14" name="Secondary Motion Band"/>
            <p:cNvGrpSpPr/>
            <p:nvPr userDrawn="1"/>
          </p:nvGrpSpPr>
          <p:grpSpPr>
            <a:xfrm>
              <a:off x="10683752" y="0"/>
              <a:ext cx="1513048" cy="251942"/>
              <a:chOff x="10682127" y="0"/>
              <a:chExt cx="1513048" cy="252000"/>
            </a:xfrm>
          </p:grpSpPr>
          <p:sp>
            <p:nvSpPr>
              <p:cNvPr id="15" name="Rectangle 14"/>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9" name="Rectangle 18"/>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3943" fontAlgn="base">
                  <a:lnSpc>
                    <a:spcPct val="100000"/>
                  </a:lnSpc>
                  <a:spcBef>
                    <a:spcPct val="50000"/>
                  </a:spcBef>
                  <a:spcAft>
                    <a:spcPct val="0"/>
                  </a:spcAft>
                  <a:buClr>
                    <a:srgbClr val="F0AB00"/>
                  </a:buClr>
                  <a:buSzPct val="80000"/>
                  <a:tabLst/>
                </a:pPr>
                <a:endParaRPr kumimoji="0" lang="en-US" sz="1999" b="0" i="0" u="none" strike="noStrike" kern="0" cap="none" spc="0" normalizeH="0" baseline="0" noProof="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2539785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Lst>
  <p:hf hdr="0" ftr="0" dt="0"/>
  <p:txStyles>
    <p:titleStyle>
      <a:lvl1pPr algn="l" defTabSz="1088231" rtl="0" eaLnBrk="1" latinLnBrk="0" hangingPunct="1">
        <a:spcBef>
          <a:spcPct val="0"/>
        </a:spcBef>
        <a:buNone/>
        <a:defRPr sz="2399" b="1" kern="1200" baseline="0">
          <a:solidFill>
            <a:schemeClr val="tx1"/>
          </a:solidFill>
          <a:latin typeface="+mj-lt"/>
          <a:ea typeface="+mj-ea"/>
          <a:cs typeface="+mj-cs"/>
        </a:defRPr>
      </a:lvl1pPr>
    </p:titleStyle>
    <p:bodyStyle>
      <a:lvl1pPr marL="0" indent="0" algn="l" defTabSz="1088231" rtl="0" eaLnBrk="1" latinLnBrk="0" hangingPunct="1">
        <a:spcBef>
          <a:spcPts val="1799"/>
        </a:spcBef>
        <a:buClr>
          <a:schemeClr val="accent1"/>
        </a:buClr>
        <a:buSzPct val="80000"/>
        <a:buFontTx/>
        <a:buNone/>
        <a:defRPr sz="1999" b="0" kern="1200">
          <a:solidFill>
            <a:schemeClr val="tx1"/>
          </a:solidFill>
          <a:latin typeface="+mn-lt"/>
          <a:ea typeface="+mn-ea"/>
          <a:cs typeface="+mn-cs"/>
        </a:defRPr>
      </a:lvl1pPr>
      <a:lvl2pPr marL="179910" indent="-179910" algn="l" defTabSz="1088231" rtl="0" eaLnBrk="1" latinLnBrk="0" hangingPunct="1">
        <a:spcBef>
          <a:spcPts val="600"/>
        </a:spcBef>
        <a:buClr>
          <a:schemeClr val="accent1"/>
        </a:buClr>
        <a:buSzPct val="100000"/>
        <a:buFont typeface="Wingdings" pitchFamily="2" charset="2"/>
        <a:buChar char="§"/>
        <a:defRPr sz="1799" kern="1200">
          <a:solidFill>
            <a:schemeClr val="tx1"/>
          </a:solidFill>
          <a:latin typeface="+mn-lt"/>
          <a:ea typeface="+mn-ea"/>
          <a:cs typeface="+mn-cs"/>
        </a:defRPr>
      </a:lvl2pPr>
      <a:lvl3pPr marL="358667" indent="-179334" algn="l" defTabSz="1088231" rtl="0" eaLnBrk="1" latinLnBrk="0" hangingPunct="1">
        <a:spcBef>
          <a:spcPts val="300"/>
        </a:spcBef>
        <a:buClr>
          <a:schemeClr val="tx1"/>
        </a:buClr>
        <a:buSzPct val="100000"/>
        <a:buFont typeface="Arial" panose="020B0604020202020204" pitchFamily="34" charset="0"/>
        <a:buChar char="–"/>
        <a:defRPr lang="en-US" sz="1799" kern="1200" noProof="0" dirty="0" smtClean="0">
          <a:solidFill>
            <a:schemeClr val="tx1"/>
          </a:solidFill>
          <a:latin typeface="+mn-lt"/>
          <a:ea typeface="+mn-ea"/>
          <a:cs typeface="+mn-cs"/>
        </a:defRPr>
      </a:lvl3pPr>
      <a:lvl4pPr marL="539730" indent="-179910" algn="l" defTabSz="1088231"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640" indent="-179910" algn="l" defTabSz="1088231"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2637"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6pPr>
      <a:lvl7pPr marL="3536753"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7pPr>
      <a:lvl8pPr marL="4080868"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8pPr>
      <a:lvl9pPr marL="4624985"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9pPr>
    </p:bodyStyle>
    <p:otherStyle>
      <a:defPPr>
        <a:defRPr lang="de-DE"/>
      </a:defPPr>
      <a:lvl1pPr marL="0" algn="l" defTabSz="1088231" rtl="0" eaLnBrk="1" latinLnBrk="0" hangingPunct="1">
        <a:defRPr sz="2099" kern="1200">
          <a:solidFill>
            <a:schemeClr val="tx1"/>
          </a:solidFill>
          <a:latin typeface="+mn-lt"/>
          <a:ea typeface="+mn-ea"/>
          <a:cs typeface="+mn-cs"/>
        </a:defRPr>
      </a:lvl1pPr>
      <a:lvl2pPr marL="544116" algn="l" defTabSz="1088231" rtl="0" eaLnBrk="1" latinLnBrk="0" hangingPunct="1">
        <a:defRPr sz="2099" kern="1200">
          <a:solidFill>
            <a:schemeClr val="tx1"/>
          </a:solidFill>
          <a:latin typeface="+mn-lt"/>
          <a:ea typeface="+mn-ea"/>
          <a:cs typeface="+mn-cs"/>
        </a:defRPr>
      </a:lvl2pPr>
      <a:lvl3pPr marL="1088231" algn="l" defTabSz="1088231" rtl="0" eaLnBrk="1" latinLnBrk="0" hangingPunct="1">
        <a:defRPr sz="2099" kern="1200">
          <a:solidFill>
            <a:schemeClr val="tx1"/>
          </a:solidFill>
          <a:latin typeface="+mn-lt"/>
          <a:ea typeface="+mn-ea"/>
          <a:cs typeface="+mn-cs"/>
        </a:defRPr>
      </a:lvl3pPr>
      <a:lvl4pPr marL="1632347" algn="l" defTabSz="1088231" rtl="0" eaLnBrk="1" latinLnBrk="0" hangingPunct="1">
        <a:defRPr sz="2099" kern="1200">
          <a:solidFill>
            <a:schemeClr val="tx1"/>
          </a:solidFill>
          <a:latin typeface="+mn-lt"/>
          <a:ea typeface="+mn-ea"/>
          <a:cs typeface="+mn-cs"/>
        </a:defRPr>
      </a:lvl4pPr>
      <a:lvl5pPr marL="2176463" algn="l" defTabSz="1088231" rtl="0" eaLnBrk="1" latinLnBrk="0" hangingPunct="1">
        <a:defRPr sz="2099" kern="1200">
          <a:solidFill>
            <a:schemeClr val="tx1"/>
          </a:solidFill>
          <a:latin typeface="+mn-lt"/>
          <a:ea typeface="+mn-ea"/>
          <a:cs typeface="+mn-cs"/>
        </a:defRPr>
      </a:lvl5pPr>
      <a:lvl6pPr marL="2720580" algn="l" defTabSz="1088231" rtl="0" eaLnBrk="1" latinLnBrk="0" hangingPunct="1">
        <a:defRPr sz="2099" kern="1200">
          <a:solidFill>
            <a:schemeClr val="tx1"/>
          </a:solidFill>
          <a:latin typeface="+mn-lt"/>
          <a:ea typeface="+mn-ea"/>
          <a:cs typeface="+mn-cs"/>
        </a:defRPr>
      </a:lvl6pPr>
      <a:lvl7pPr marL="3264695" algn="l" defTabSz="1088231" rtl="0" eaLnBrk="1" latinLnBrk="0" hangingPunct="1">
        <a:defRPr sz="2099" kern="1200">
          <a:solidFill>
            <a:schemeClr val="tx1"/>
          </a:solidFill>
          <a:latin typeface="+mn-lt"/>
          <a:ea typeface="+mn-ea"/>
          <a:cs typeface="+mn-cs"/>
        </a:defRPr>
      </a:lvl7pPr>
      <a:lvl8pPr marL="3808811" algn="l" defTabSz="1088231" rtl="0" eaLnBrk="1" latinLnBrk="0" hangingPunct="1">
        <a:defRPr sz="2099" kern="1200">
          <a:solidFill>
            <a:schemeClr val="tx1"/>
          </a:solidFill>
          <a:latin typeface="+mn-lt"/>
          <a:ea typeface="+mn-ea"/>
          <a:cs typeface="+mn-cs"/>
        </a:defRPr>
      </a:lvl8pPr>
      <a:lvl9pPr marL="4352927" algn="l" defTabSz="1088231" rtl="0" eaLnBrk="1" latinLnBrk="0" hangingPunct="1">
        <a:defRPr sz="20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7826" y="226352"/>
            <a:ext cx="11536187" cy="755781"/>
          </a:xfrm>
        </p:spPr>
        <p:txBody>
          <a:bodyPr/>
          <a:lstStyle/>
          <a:p>
            <a:r>
              <a:rPr lang="en-US" sz="2000" dirty="0"/>
              <a:t>Business Partner Replication- Using Cloud Integration Middleware with SAP S/4HANA Cloud Public Edition</a:t>
            </a:r>
            <a:endParaRPr lang="en-US" sz="2000" b="0" dirty="0"/>
          </a:p>
        </p:txBody>
      </p:sp>
      <p:sp>
        <p:nvSpPr>
          <p:cNvPr id="13" name="Text Placeholder 13"/>
          <p:cNvSpPr>
            <a:spLocks noGrp="1"/>
          </p:cNvSpPr>
          <p:nvPr>
            <p:ph type="body" sz="quarter" idx="11"/>
          </p:nvPr>
        </p:nvSpPr>
        <p:spPr>
          <a:xfrm>
            <a:off x="377828" y="1004762"/>
            <a:ext cx="6097219" cy="3138427"/>
          </a:xfrm>
        </p:spPr>
        <p:txBody>
          <a:bodyPr vert="horz" lIns="0" tIns="0" rIns="0" bIns="0" rtlCol="0" anchor="t">
            <a:normAutofit fontScale="92500" lnSpcReduction="20000"/>
          </a:bodyPr>
          <a:lstStyle/>
          <a:p>
            <a:pPr algn="just"/>
            <a:r>
              <a:rPr lang="en-US" sz="1400" dirty="0"/>
              <a:t>The scope item 1RO provides direct integration for master data.</a:t>
            </a:r>
          </a:p>
          <a:p>
            <a:pPr algn="just"/>
            <a:r>
              <a:rPr lang="en-US" sz="1400" dirty="0"/>
              <a:t>Customers may expect middleware for all interfaces subjected to their security policy.</a:t>
            </a:r>
            <a:endParaRPr lang="en-US" sz="1400" dirty="0">
              <a:cs typeface="Arial"/>
            </a:endParaRPr>
          </a:p>
          <a:p>
            <a:r>
              <a:rPr lang="en-US" sz="1400" b="1" dirty="0"/>
              <a:t>Value Proposition</a:t>
            </a:r>
            <a:endParaRPr lang="en-US" sz="1400" b="1" dirty="0">
              <a:cs typeface="Arial"/>
            </a:endParaRPr>
          </a:p>
          <a:p>
            <a:pPr marL="285664" lvl="1" indent="-285664" algn="just" defTabSz="1088449">
              <a:spcBef>
                <a:spcPts val="1000"/>
              </a:spcBef>
              <a:buSzPct val="80000"/>
              <a:buFont typeface="Arial" panose="020B0604020202020204" pitchFamily="34" charset="0"/>
              <a:buChar char="•"/>
            </a:pPr>
            <a:r>
              <a:rPr lang="en-US" dirty="0">
                <a:latin typeface="Arial"/>
              </a:rPr>
              <a:t>This accelerator will  reduce the implementation timeline drastically</a:t>
            </a:r>
            <a:endParaRPr lang="en-US" dirty="0">
              <a:latin typeface="Arial"/>
              <a:cs typeface="Arial"/>
            </a:endParaRPr>
          </a:p>
          <a:p>
            <a:pPr marL="285664" lvl="1" indent="-285664" algn="just" defTabSz="1088449">
              <a:spcBef>
                <a:spcPts val="1000"/>
              </a:spcBef>
              <a:buSzPct val="80000"/>
              <a:buFont typeface="Arial" panose="020B0604020202020204" pitchFamily="34" charset="0"/>
              <a:buChar char="•"/>
            </a:pPr>
            <a:r>
              <a:rPr lang="en-US" dirty="0">
                <a:latin typeface="Arial"/>
              </a:rPr>
              <a:t>Master data harmonization across the entire enterprise.</a:t>
            </a:r>
            <a:endParaRPr lang="en-US" dirty="0">
              <a:latin typeface="Arial"/>
              <a:cs typeface="Arial"/>
            </a:endParaRPr>
          </a:p>
          <a:p>
            <a:pPr marL="285664" lvl="1" indent="-285664" algn="just" defTabSz="1088449">
              <a:spcBef>
                <a:spcPts val="1000"/>
              </a:spcBef>
              <a:buSzPct val="80000"/>
              <a:buFont typeface="Arial" panose="020B0604020202020204" pitchFamily="34" charset="0"/>
              <a:buChar char="•"/>
            </a:pPr>
            <a:r>
              <a:rPr lang="en-US" dirty="0">
                <a:latin typeface="Arial"/>
              </a:rPr>
              <a:t>Easy to enhance based on customer requirement</a:t>
            </a:r>
            <a:endParaRPr lang="en-US" dirty="0">
              <a:latin typeface="Arial"/>
              <a:cs typeface="Arial"/>
            </a:endParaRPr>
          </a:p>
          <a:p>
            <a:pPr marL="0" lvl="1" indent="0">
              <a:spcBef>
                <a:spcPts val="1000"/>
              </a:spcBef>
              <a:buSzPct val="80000"/>
              <a:buNone/>
            </a:pPr>
            <a:r>
              <a:rPr lang="en-US" b="1" dirty="0"/>
              <a:t>Capabilities</a:t>
            </a:r>
            <a:endParaRPr lang="en-US" b="1" dirty="0">
              <a:cs typeface="Arial"/>
            </a:endParaRPr>
          </a:p>
          <a:p>
            <a:pPr marL="285664" lvl="1" indent="-285664" defTabSz="1088449">
              <a:spcBef>
                <a:spcPts val="1000"/>
              </a:spcBef>
              <a:buSzPct val="80000"/>
              <a:buFont typeface="Arial" panose="020B0604020202020204" pitchFamily="34" charset="0"/>
              <a:buChar char="•"/>
            </a:pPr>
            <a:r>
              <a:rPr lang="en-US" dirty="0">
                <a:latin typeface="Arial"/>
              </a:rPr>
              <a:t>Replication of customer &amp; vendor as business partner from  SAP S/4HANA Cloud Private Edition to SAP S/4HANA Cloud Public Edition using cloud integration (CI) </a:t>
            </a:r>
            <a:r>
              <a:rPr lang="en-US" dirty="0" err="1">
                <a:latin typeface="Arial"/>
              </a:rPr>
              <a:t>i</a:t>
            </a:r>
            <a:r>
              <a:rPr lang="en-US" dirty="0">
                <a:latin typeface="Arial"/>
              </a:rPr>
              <a:t>-flow.</a:t>
            </a:r>
            <a:endParaRPr lang="en-US" dirty="0">
              <a:latin typeface="Arial"/>
              <a:cs typeface="Arial"/>
            </a:endParaRPr>
          </a:p>
          <a:p>
            <a:pPr marL="285664" lvl="1" indent="-285664" algn="just" defTabSz="1088449">
              <a:spcBef>
                <a:spcPts val="1000"/>
              </a:spcBef>
              <a:buSzPct val="80000"/>
              <a:buFont typeface="Arial" panose="020B0604020202020204" pitchFamily="34" charset="0"/>
              <a:buChar char="•"/>
            </a:pPr>
            <a:r>
              <a:rPr lang="en-US" dirty="0">
                <a:latin typeface="Arial"/>
              </a:rPr>
              <a:t>Trouble shooting based on AIF(Application Integration Framework) monitor </a:t>
            </a:r>
            <a:endParaRPr lang="en-US" dirty="0">
              <a:latin typeface="Arial"/>
              <a:cs typeface="Arial"/>
            </a:endParaRPr>
          </a:p>
          <a:p>
            <a:pPr marL="227897" lvl="1" indent="-182190"/>
            <a:endParaRPr lang="en-US" dirty="0">
              <a:cs typeface="Arial"/>
            </a:endParaRPr>
          </a:p>
          <a:p>
            <a:pPr marL="45071" lvl="1" indent="0">
              <a:buNone/>
            </a:pPr>
            <a:endParaRPr lang="en-US" dirty="0">
              <a:cs typeface="Arial"/>
            </a:endParaRPr>
          </a:p>
          <a:p>
            <a:endParaRPr lang="en-US" sz="1400" dirty="0"/>
          </a:p>
        </p:txBody>
      </p:sp>
      <p:pic>
        <p:nvPicPr>
          <p:cNvPr id="3" name="Picture 2">
            <a:extLst>
              <a:ext uri="{FF2B5EF4-FFF2-40B4-BE49-F238E27FC236}">
                <a16:creationId xmlns:a16="http://schemas.microsoft.com/office/drawing/2014/main" id="{B3C2318B-E659-4AD2-9222-7A979D2E3E37}"/>
              </a:ext>
            </a:extLst>
          </p:cNvPr>
          <p:cNvPicPr>
            <a:picLocks noChangeAspect="1"/>
          </p:cNvPicPr>
          <p:nvPr/>
        </p:nvPicPr>
        <p:blipFill>
          <a:blip r:embed="rId3"/>
          <a:stretch>
            <a:fillRect/>
          </a:stretch>
        </p:blipFill>
        <p:spPr>
          <a:xfrm>
            <a:off x="6772889" y="3492741"/>
            <a:ext cx="5041286" cy="3019166"/>
          </a:xfrm>
          <a:prstGeom prst="rect">
            <a:avLst/>
          </a:prstGeom>
        </p:spPr>
      </p:pic>
      <p:pic>
        <p:nvPicPr>
          <p:cNvPr id="5" name="Picture 4">
            <a:extLst>
              <a:ext uri="{FF2B5EF4-FFF2-40B4-BE49-F238E27FC236}">
                <a16:creationId xmlns:a16="http://schemas.microsoft.com/office/drawing/2014/main" id="{6C9660E4-FB53-4EE7-AA9C-FE7766A18490}"/>
              </a:ext>
            </a:extLst>
          </p:cNvPr>
          <p:cNvPicPr>
            <a:picLocks noChangeAspect="1"/>
          </p:cNvPicPr>
          <p:nvPr/>
        </p:nvPicPr>
        <p:blipFill>
          <a:blip r:embed="rId4"/>
          <a:stretch>
            <a:fillRect/>
          </a:stretch>
        </p:blipFill>
        <p:spPr>
          <a:xfrm>
            <a:off x="377826" y="4373331"/>
            <a:ext cx="5575336" cy="2138578"/>
          </a:xfrm>
          <a:prstGeom prst="rect">
            <a:avLst/>
          </a:prstGeom>
        </p:spPr>
      </p:pic>
      <p:sp>
        <p:nvSpPr>
          <p:cNvPr id="8" name="Rectangle 7">
            <a:extLst>
              <a:ext uri="{FF2B5EF4-FFF2-40B4-BE49-F238E27FC236}">
                <a16:creationId xmlns:a16="http://schemas.microsoft.com/office/drawing/2014/main" id="{4C8F8B9F-7CAB-CC67-20DA-0DD3B50A5B4D}"/>
              </a:ext>
            </a:extLst>
          </p:cNvPr>
          <p:cNvSpPr/>
          <p:nvPr/>
        </p:nvSpPr>
        <p:spPr bwMode="gray">
          <a:xfrm>
            <a:off x="6531366" y="1397513"/>
            <a:ext cx="1161412" cy="887674"/>
          </a:xfrm>
          <a:prstGeom prst="rect">
            <a:avLst/>
          </a:prstGeom>
          <a:solidFill>
            <a:schemeClr val="bg1"/>
          </a:solidFill>
          <a:ln w="25400" algn="ctr">
            <a:solidFill>
              <a:schemeClr val="bg1"/>
            </a:solid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IN" sz="1799" kern="0">
              <a:ea typeface="72 Brand" pitchFamily="34" charset="-128"/>
              <a:cs typeface="72 Brand" pitchFamily="34" charset="-128"/>
            </a:endParaRPr>
          </a:p>
        </p:txBody>
      </p:sp>
      <p:pic>
        <p:nvPicPr>
          <p:cNvPr id="10" name="Picture 11">
            <a:extLst>
              <a:ext uri="{FF2B5EF4-FFF2-40B4-BE49-F238E27FC236}">
                <a16:creationId xmlns:a16="http://schemas.microsoft.com/office/drawing/2014/main" id="{92FC2011-A26D-FED9-438A-7D2C024D35C6}"/>
              </a:ext>
            </a:extLst>
          </p:cNvPr>
          <p:cNvPicPr>
            <a:picLocks noChangeAspect="1"/>
          </p:cNvPicPr>
          <p:nvPr/>
        </p:nvPicPr>
        <p:blipFill>
          <a:blip r:embed="rId5"/>
          <a:srcRect/>
          <a:stretch/>
        </p:blipFill>
        <p:spPr>
          <a:xfrm>
            <a:off x="6726181" y="1433878"/>
            <a:ext cx="933532" cy="897002"/>
          </a:xfrm>
          <a:prstGeom prst="rect">
            <a:avLst/>
          </a:prstGeom>
        </p:spPr>
      </p:pic>
      <p:sp>
        <p:nvSpPr>
          <p:cNvPr id="14" name="Rectangle 13">
            <a:extLst>
              <a:ext uri="{FF2B5EF4-FFF2-40B4-BE49-F238E27FC236}">
                <a16:creationId xmlns:a16="http://schemas.microsoft.com/office/drawing/2014/main" id="{19DA6F59-7F48-9E1F-FBB8-D0E38D9ADF69}"/>
              </a:ext>
            </a:extLst>
          </p:cNvPr>
          <p:cNvSpPr/>
          <p:nvPr/>
        </p:nvSpPr>
        <p:spPr bwMode="gray">
          <a:xfrm>
            <a:off x="10494436" y="1263678"/>
            <a:ext cx="1073256" cy="1367833"/>
          </a:xfrm>
          <a:prstGeom prst="rect">
            <a:avLst/>
          </a:prstGeom>
          <a:solidFill>
            <a:schemeClr val="bg1"/>
          </a:solidFill>
          <a:ln w="25400" algn="ctr">
            <a:solidFill>
              <a:schemeClr val="bg1"/>
            </a:solid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IN" sz="1799" kern="0">
              <a:ea typeface="72 Brand" pitchFamily="34" charset="-128"/>
              <a:cs typeface="72 Brand" pitchFamily="34" charset="-128"/>
            </a:endParaRPr>
          </a:p>
        </p:txBody>
      </p:sp>
      <p:sp>
        <p:nvSpPr>
          <p:cNvPr id="16" name="Rectangle 15">
            <a:extLst>
              <a:ext uri="{FF2B5EF4-FFF2-40B4-BE49-F238E27FC236}">
                <a16:creationId xmlns:a16="http://schemas.microsoft.com/office/drawing/2014/main" id="{95A297CF-2C31-E037-5ED0-B06277100E1A}"/>
              </a:ext>
            </a:extLst>
          </p:cNvPr>
          <p:cNvSpPr/>
          <p:nvPr/>
        </p:nvSpPr>
        <p:spPr bwMode="gray">
          <a:xfrm>
            <a:off x="10476774" y="1448859"/>
            <a:ext cx="1337400" cy="1042358"/>
          </a:xfrm>
          <a:prstGeom prst="rect">
            <a:avLst/>
          </a:prstGeom>
          <a:solidFill>
            <a:schemeClr val="bg1"/>
          </a:solidFill>
          <a:ln w="25400" algn="ctr">
            <a:solidFill>
              <a:schemeClr val="bg1"/>
            </a:solid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IN" sz="1799" kern="0">
              <a:ea typeface="72 Brand" pitchFamily="34" charset="-128"/>
              <a:cs typeface="72 Brand" pitchFamily="34" charset="-128"/>
            </a:endParaRPr>
          </a:p>
        </p:txBody>
      </p:sp>
      <p:pic>
        <p:nvPicPr>
          <p:cNvPr id="17" name="Picture 16">
            <a:extLst>
              <a:ext uri="{FF2B5EF4-FFF2-40B4-BE49-F238E27FC236}">
                <a16:creationId xmlns:a16="http://schemas.microsoft.com/office/drawing/2014/main" id="{82B3CA37-9E9C-0B04-8F55-1213B32DF3E7}"/>
              </a:ext>
            </a:extLst>
          </p:cNvPr>
          <p:cNvPicPr>
            <a:picLocks noChangeAspect="1"/>
          </p:cNvPicPr>
          <p:nvPr/>
        </p:nvPicPr>
        <p:blipFill>
          <a:blip r:embed="rId6"/>
          <a:srcRect/>
          <a:stretch/>
        </p:blipFill>
        <p:spPr>
          <a:xfrm>
            <a:off x="10615606" y="1335110"/>
            <a:ext cx="929119" cy="935756"/>
          </a:xfrm>
          <a:prstGeom prst="rect">
            <a:avLst/>
          </a:prstGeom>
        </p:spPr>
      </p:pic>
      <p:sp>
        <p:nvSpPr>
          <p:cNvPr id="18" name="Arrow: Left-Right 17">
            <a:extLst>
              <a:ext uri="{FF2B5EF4-FFF2-40B4-BE49-F238E27FC236}">
                <a16:creationId xmlns:a16="http://schemas.microsoft.com/office/drawing/2014/main" id="{0716DFDE-C1E3-3106-0DA8-1F0A8805D0A1}"/>
              </a:ext>
            </a:extLst>
          </p:cNvPr>
          <p:cNvSpPr/>
          <p:nvPr/>
        </p:nvSpPr>
        <p:spPr bwMode="gray">
          <a:xfrm>
            <a:off x="7810179" y="1859546"/>
            <a:ext cx="640699" cy="151561"/>
          </a:xfrm>
          <a:prstGeom prst="leftRightArrow">
            <a:avLst/>
          </a:prstGeom>
          <a:solidFill>
            <a:schemeClr val="bg2">
              <a:lumMod val="50000"/>
            </a:schemeClr>
          </a:solidFill>
          <a:ln w="25400" algn="ctr">
            <a:solidFill>
              <a:schemeClr val="bg2">
                <a:lumMod val="50000"/>
              </a:schemeClr>
            </a:solid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IN" sz="1799" kern="0">
              <a:ea typeface="72 Brand" pitchFamily="34" charset="-128"/>
              <a:cs typeface="72 Brand" pitchFamily="34" charset="-128"/>
            </a:endParaRPr>
          </a:p>
        </p:txBody>
      </p:sp>
      <p:sp>
        <p:nvSpPr>
          <p:cNvPr id="19" name="Arrow: Left-Right 18">
            <a:extLst>
              <a:ext uri="{FF2B5EF4-FFF2-40B4-BE49-F238E27FC236}">
                <a16:creationId xmlns:a16="http://schemas.microsoft.com/office/drawing/2014/main" id="{7CEB0BC7-3A5F-DCE9-0ACC-3778C2B316B3}"/>
              </a:ext>
            </a:extLst>
          </p:cNvPr>
          <p:cNvSpPr/>
          <p:nvPr/>
        </p:nvSpPr>
        <p:spPr bwMode="gray">
          <a:xfrm>
            <a:off x="9918992" y="1827033"/>
            <a:ext cx="640699" cy="151561"/>
          </a:xfrm>
          <a:prstGeom prst="leftRightArrow">
            <a:avLst/>
          </a:prstGeom>
          <a:solidFill>
            <a:schemeClr val="bg2">
              <a:lumMod val="50000"/>
            </a:schemeClr>
          </a:solidFill>
          <a:ln w="25400" algn="ctr">
            <a:solidFill>
              <a:schemeClr val="bg2">
                <a:lumMod val="50000"/>
              </a:schemeClr>
            </a:solid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IN" sz="1799" kern="0">
              <a:ea typeface="72 Brand" pitchFamily="34" charset="-128"/>
              <a:cs typeface="72 Brand" pitchFamily="34" charset="-128"/>
            </a:endParaRPr>
          </a:p>
        </p:txBody>
      </p:sp>
      <p:grpSp>
        <p:nvGrpSpPr>
          <p:cNvPr id="20" name="Group 19">
            <a:extLst>
              <a:ext uri="{FF2B5EF4-FFF2-40B4-BE49-F238E27FC236}">
                <a16:creationId xmlns:a16="http://schemas.microsoft.com/office/drawing/2014/main" id="{6C466D29-964F-F55A-0707-C79D9C844358}"/>
              </a:ext>
            </a:extLst>
          </p:cNvPr>
          <p:cNvGrpSpPr/>
          <p:nvPr/>
        </p:nvGrpSpPr>
        <p:grpSpPr>
          <a:xfrm>
            <a:off x="8459963" y="1280464"/>
            <a:ext cx="1371807" cy="1090042"/>
            <a:chOff x="8319960" y="814064"/>
            <a:chExt cx="1372164" cy="1090326"/>
          </a:xfrm>
        </p:grpSpPr>
        <p:sp>
          <p:nvSpPr>
            <p:cNvPr id="21" name="Rectangle 20">
              <a:extLst>
                <a:ext uri="{FF2B5EF4-FFF2-40B4-BE49-F238E27FC236}">
                  <a16:creationId xmlns:a16="http://schemas.microsoft.com/office/drawing/2014/main" id="{EEC113D3-4C76-AC6F-66EE-4F7BF6311F1D}"/>
                </a:ext>
              </a:extLst>
            </p:cNvPr>
            <p:cNvSpPr/>
            <p:nvPr/>
          </p:nvSpPr>
          <p:spPr bwMode="gray">
            <a:xfrm>
              <a:off x="8319960" y="814064"/>
              <a:ext cx="1372164" cy="1004985"/>
            </a:xfrm>
            <a:prstGeom prst="rect">
              <a:avLst/>
            </a:prstGeom>
            <a:solidFill>
              <a:schemeClr val="bg1"/>
            </a:solidFill>
            <a:ln w="25400" algn="ctr">
              <a:solidFill>
                <a:schemeClr val="bg1"/>
              </a:solid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IN" sz="1799" kern="0">
                <a:ea typeface="72 Brand" pitchFamily="34" charset="-128"/>
                <a:cs typeface="72 Brand" pitchFamily="34" charset="-128"/>
              </a:endParaRPr>
            </a:p>
          </p:txBody>
        </p:sp>
        <p:pic>
          <p:nvPicPr>
            <p:cNvPr id="22" name="Picture 21">
              <a:extLst>
                <a:ext uri="{FF2B5EF4-FFF2-40B4-BE49-F238E27FC236}">
                  <a16:creationId xmlns:a16="http://schemas.microsoft.com/office/drawing/2014/main" id="{6AB38AAC-B722-0326-F24C-1E2C895E48B4}"/>
                </a:ext>
              </a:extLst>
            </p:cNvPr>
            <p:cNvPicPr>
              <a:picLocks noChangeAspect="1"/>
            </p:cNvPicPr>
            <p:nvPr/>
          </p:nvPicPr>
          <p:blipFill>
            <a:blip r:embed="rId7"/>
            <a:srcRect/>
            <a:stretch/>
          </p:blipFill>
          <p:spPr>
            <a:xfrm>
              <a:off x="8481433" y="882205"/>
              <a:ext cx="1022185" cy="1022185"/>
            </a:xfrm>
            <a:prstGeom prst="rect">
              <a:avLst/>
            </a:prstGeom>
          </p:spPr>
        </p:pic>
      </p:grpSp>
      <p:sp>
        <p:nvSpPr>
          <p:cNvPr id="23" name="Rectangle 22">
            <a:extLst>
              <a:ext uri="{FF2B5EF4-FFF2-40B4-BE49-F238E27FC236}">
                <a16:creationId xmlns:a16="http://schemas.microsoft.com/office/drawing/2014/main" id="{0B145339-36B3-18C2-4DD2-1F1F64DD6824}"/>
              </a:ext>
            </a:extLst>
          </p:cNvPr>
          <p:cNvSpPr/>
          <p:nvPr/>
        </p:nvSpPr>
        <p:spPr bwMode="gray">
          <a:xfrm>
            <a:off x="8732589" y="2491217"/>
            <a:ext cx="799529" cy="129067"/>
          </a:xfrm>
          <a:prstGeom prst="rect">
            <a:avLst/>
          </a:prstGeom>
          <a:noFill/>
          <a:ln w="6350" algn="ctr">
            <a:noFill/>
            <a:miter lim="800000"/>
            <a:headEnd/>
            <a:tailEnd/>
          </a:ln>
        </p:spPr>
        <p:txBody>
          <a:bodyPr lIns="35933" tIns="71865" rIns="35933" bIns="71865" rtlCol="0" anchor="ctr"/>
          <a:lstStyle/>
          <a:p>
            <a:pPr algn="ctr" defTabSz="912663" fontAlgn="base">
              <a:spcBef>
                <a:spcPct val="50000"/>
              </a:spcBef>
              <a:spcAft>
                <a:spcPct val="0"/>
              </a:spcAft>
              <a:buClr>
                <a:srgbClr val="F0AB00"/>
              </a:buClr>
              <a:buSzPct val="80000"/>
              <a:defRPr/>
            </a:pPr>
            <a:r>
              <a:rPr lang="en-US" sz="1200" b="1" kern="0">
                <a:solidFill>
                  <a:srgbClr val="000000"/>
                </a:solidFill>
                <a:latin typeface="Arial" panose="020B0604020202020204" pitchFamily="34" charset="0"/>
                <a:ea typeface="Arial Unicode MS" pitchFamily="34" charset="-128"/>
                <a:cs typeface="Arial Unicode MS" pitchFamily="34" charset="-128"/>
              </a:rPr>
              <a:t>SAP BTP</a:t>
            </a:r>
          </a:p>
        </p:txBody>
      </p:sp>
      <p:sp>
        <p:nvSpPr>
          <p:cNvPr id="24" name="TextBox 23">
            <a:extLst>
              <a:ext uri="{FF2B5EF4-FFF2-40B4-BE49-F238E27FC236}">
                <a16:creationId xmlns:a16="http://schemas.microsoft.com/office/drawing/2014/main" id="{262791D9-B88E-D752-A10D-C6AE00E3A551}"/>
              </a:ext>
            </a:extLst>
          </p:cNvPr>
          <p:cNvSpPr txBox="1"/>
          <p:nvPr/>
        </p:nvSpPr>
        <p:spPr>
          <a:xfrm>
            <a:off x="6834174" y="2521152"/>
            <a:ext cx="799530" cy="153848"/>
          </a:xfrm>
          <a:prstGeom prst="rect">
            <a:avLst/>
          </a:prstGeom>
          <a:noFill/>
        </p:spPr>
        <p:txBody>
          <a:bodyPr wrap="square" lIns="0" tIns="0" rIns="0" bIns="0">
            <a:spAutoFit/>
          </a:bodyPr>
          <a:lstStyle/>
          <a:p>
            <a:pPr algn="ctr" defTabSz="814136">
              <a:spcBef>
                <a:spcPct val="50000"/>
              </a:spcBef>
              <a:buClr>
                <a:srgbClr val="F0AB00"/>
              </a:buClr>
              <a:buSzPct val="80000"/>
              <a:defRPr/>
            </a:pPr>
            <a:r>
              <a:rPr lang="en-US" sz="1000" kern="0">
                <a:solidFill>
                  <a:srgbClr val="000000"/>
                </a:solidFill>
                <a:latin typeface="Arial"/>
                <a:ea typeface="Arial Unicode MS" pitchFamily="34" charset="-128"/>
                <a:cs typeface="Arial Unicode MS" pitchFamily="34" charset="-128"/>
              </a:rPr>
              <a:t>Tier 1</a:t>
            </a:r>
          </a:p>
        </p:txBody>
      </p:sp>
      <p:sp>
        <p:nvSpPr>
          <p:cNvPr id="25" name="TextBox 24">
            <a:extLst>
              <a:ext uri="{FF2B5EF4-FFF2-40B4-BE49-F238E27FC236}">
                <a16:creationId xmlns:a16="http://schemas.microsoft.com/office/drawing/2014/main" id="{2BBC5181-3A9A-2743-BB30-6DF2B8A8B82F}"/>
              </a:ext>
            </a:extLst>
          </p:cNvPr>
          <p:cNvSpPr txBox="1"/>
          <p:nvPr/>
        </p:nvSpPr>
        <p:spPr>
          <a:xfrm>
            <a:off x="10745709" y="2497052"/>
            <a:ext cx="799530" cy="153848"/>
          </a:xfrm>
          <a:prstGeom prst="rect">
            <a:avLst/>
          </a:prstGeom>
          <a:noFill/>
        </p:spPr>
        <p:txBody>
          <a:bodyPr wrap="square" lIns="0" tIns="0" rIns="0" bIns="0">
            <a:spAutoFit/>
          </a:bodyPr>
          <a:lstStyle/>
          <a:p>
            <a:pPr algn="ctr" defTabSz="814136">
              <a:spcBef>
                <a:spcPct val="50000"/>
              </a:spcBef>
              <a:buClr>
                <a:srgbClr val="F0AB00"/>
              </a:buClr>
              <a:buSzPct val="80000"/>
              <a:defRPr/>
            </a:pPr>
            <a:r>
              <a:rPr lang="en-US" sz="1000" kern="0">
                <a:solidFill>
                  <a:srgbClr val="000000"/>
                </a:solidFill>
                <a:latin typeface="Arial"/>
                <a:ea typeface="Arial Unicode MS" pitchFamily="34" charset="-128"/>
                <a:cs typeface="Arial Unicode MS" pitchFamily="34" charset="-128"/>
              </a:rPr>
              <a:t>Tier 2</a:t>
            </a:r>
          </a:p>
        </p:txBody>
      </p:sp>
      <p:pic>
        <p:nvPicPr>
          <p:cNvPr id="2" name="Picture 1">
            <a:extLst>
              <a:ext uri="{FF2B5EF4-FFF2-40B4-BE49-F238E27FC236}">
                <a16:creationId xmlns:a16="http://schemas.microsoft.com/office/drawing/2014/main" id="{706ED123-D8E3-3EEC-88CF-D7A6D8B5305C}"/>
              </a:ext>
            </a:extLst>
          </p:cNvPr>
          <p:cNvPicPr>
            <a:picLocks noChangeAspect="1"/>
          </p:cNvPicPr>
          <p:nvPr/>
        </p:nvPicPr>
        <p:blipFill>
          <a:blip r:embed="rId8"/>
          <a:stretch>
            <a:fillRect/>
          </a:stretch>
        </p:blipFill>
        <p:spPr>
          <a:xfrm>
            <a:off x="2952484" y="6607731"/>
            <a:ext cx="7640810" cy="232715"/>
          </a:xfrm>
          <a:prstGeom prst="rect">
            <a:avLst/>
          </a:prstGeom>
        </p:spPr>
      </p:pic>
    </p:spTree>
    <p:extLst>
      <p:ext uri="{BB962C8B-B14F-4D97-AF65-F5344CB8AC3E}">
        <p14:creationId xmlns:p14="http://schemas.microsoft.com/office/powerpoint/2010/main" val="3465133305"/>
      </p:ext>
    </p:extLst>
  </p:cSld>
  <p:clrMapOvr>
    <a:masterClrMapping/>
  </p:clrMapOvr>
  <p:transition spd="med"/>
</p:sld>
</file>

<file path=ppt/theme/theme1.xml><?xml version="1.0" encoding="utf-8"?>
<a:theme xmlns:a="http://schemas.openxmlformats.org/drawingml/2006/main" name="SAP TechEd_2017_16x9_white">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Presentation4" id="{1772B94B-E761-5141-AEA4-C91FAB650B0B}" vid="{EF001B5D-1DB4-7E4B-9E26-357C2C80E6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e41eae0-e780-4c70-a4e9-3e38cf1b78c0">
      <Terms xmlns="http://schemas.microsoft.com/office/infopath/2007/PartnerControls"/>
    </lcf76f155ced4ddcb4097134ff3c332f>
    <TaxCatchAll xmlns="ff1f9d5d-65ce-4586-a9f7-a6d91092351a"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DD5FEBB52B915419C6E9F10FA572C23" ma:contentTypeVersion="20" ma:contentTypeDescription="Create a new document." ma:contentTypeScope="" ma:versionID="65e3b19008a65d1bbdf4ae22d3404354">
  <xsd:schema xmlns:xsd="http://www.w3.org/2001/XMLSchema" xmlns:xs="http://www.w3.org/2001/XMLSchema" xmlns:p="http://schemas.microsoft.com/office/2006/metadata/properties" xmlns:ns1="http://schemas.microsoft.com/sharepoint/v3" xmlns:ns2="ae41eae0-e780-4c70-a4e9-3e38cf1b78c0" xmlns:ns3="ff1f9d5d-65ce-4586-a9f7-a6d91092351a" targetNamespace="http://schemas.microsoft.com/office/2006/metadata/properties" ma:root="true" ma:fieldsID="4bc14491364f38316379132c21b904ce" ns1:_="" ns2:_="" ns3:_="">
    <xsd:import namespace="http://schemas.microsoft.com/sharepoint/v3"/>
    <xsd:import namespace="ae41eae0-e780-4c70-a4e9-3e38cf1b78c0"/>
    <xsd:import namespace="ff1f9d5d-65ce-4586-a9f7-a6d9109235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41eae0-e780-4c70-a4e9-3e38cf1b78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f1f9d5d-65ce-4586-a9f7-a6d91092351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4a14964f-1436-4bf8-8379-18673543627f}" ma:internalName="TaxCatchAll" ma:showField="CatchAllData" ma:web="ff1f9d5d-65ce-4586-a9f7-a6d9109235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3D72CE-D63F-47D5-AFF2-B0B021098FBC}">
  <ds:schemaRefs>
    <ds:schemaRef ds:uri="http://schemas.microsoft.com/office/2006/metadata/properties"/>
    <ds:schemaRef ds:uri="http://schemas.microsoft.com/office/infopath/2007/PartnerControls"/>
    <ds:schemaRef ds:uri="ae41eae0-e780-4c70-a4e9-3e38cf1b78c0"/>
    <ds:schemaRef ds:uri="ff1f9d5d-65ce-4586-a9f7-a6d91092351a"/>
  </ds:schemaRefs>
</ds:datastoreItem>
</file>

<file path=customXml/itemProps2.xml><?xml version="1.0" encoding="utf-8"?>
<ds:datastoreItem xmlns:ds="http://schemas.openxmlformats.org/officeDocument/2006/customXml" ds:itemID="{82A5D7D5-5F47-4C2C-BBD9-15C3DB4D2C18}"/>
</file>

<file path=customXml/itemProps3.xml><?xml version="1.0" encoding="utf-8"?>
<ds:datastoreItem xmlns:ds="http://schemas.openxmlformats.org/officeDocument/2006/customXml" ds:itemID="{F0787E15-C5CD-442F-ACE9-6D5D5A1C85A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287</TotalTime>
  <Words>115</Words>
  <Application>Microsoft Office PowerPoint</Application>
  <PresentationFormat>Widescreen</PresentationFormat>
  <Paragraphs>15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72 Brand</vt:lpstr>
      <vt:lpstr>Arial</vt:lpstr>
      <vt:lpstr>Arial Unicode MS</vt:lpstr>
      <vt:lpstr>Calibri</vt:lpstr>
      <vt:lpstr>Courier New</vt:lpstr>
      <vt:lpstr>Symbol</vt:lpstr>
      <vt:lpstr>Wingdings</vt:lpstr>
      <vt:lpstr>SAP TechEd_2017_16x9_white</vt:lpstr>
      <vt:lpstr>Business Partner Replication- Using Cloud Integration Middleware with SAP S/4HANA Cloud Public Edition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Bolakhe, Abhijit</dc:creator>
  <cp:lastModifiedBy>Tipre, Chandrashekhar</cp:lastModifiedBy>
  <cp:revision>16</cp:revision>
  <dcterms:created xsi:type="dcterms:W3CDTF">2019-10-10T06:14:09Z</dcterms:created>
  <dcterms:modified xsi:type="dcterms:W3CDTF">2025-01-06T11:32:52Z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0x0101006DD5FEBB52B915419C6E9F10FA572C23</vt:lpwstr>
  </property>
  <property fmtid="{D5CDD505-2E9C-101B-9397-08002B2CF9AE}" pid="3" name="MediaServiceImageTags">
    <vt:lpwstr/>
  </property>
</Properties>
</file>